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57" r:id="rId3"/>
    <p:sldId id="258" r:id="rId4"/>
    <p:sldId id="259" r:id="rId5"/>
    <p:sldId id="264" r:id="rId6"/>
    <p:sldId id="263" r:id="rId7"/>
    <p:sldId id="265" r:id="rId8"/>
    <p:sldId id="262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4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0F74FF-DE6E-41C6-9E31-D005AF19E79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F51750-1944-46B6-B5B5-AAFD320655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Develop a pipeline that extracts visual information and converts it into speech.</a:t>
          </a:r>
          <a:endParaRPr lang="en-US"/>
        </a:p>
      </dgm:t>
    </dgm:pt>
    <dgm:pt modelId="{78AE6369-EBA5-421E-90AD-7AA0762AE37B}" type="parTrans" cxnId="{2624F432-9D08-48CE-817E-23B06B03BB55}">
      <dgm:prSet/>
      <dgm:spPr/>
      <dgm:t>
        <a:bodyPr/>
        <a:lstStyle/>
        <a:p>
          <a:endParaRPr lang="en-US"/>
        </a:p>
      </dgm:t>
    </dgm:pt>
    <dgm:pt modelId="{80B1BE4D-6273-4E63-ADBF-F5494AE15447}" type="sibTrans" cxnId="{2624F432-9D08-48CE-817E-23B06B03BB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6DAE10E-CAE8-4037-9411-116DA19FA0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Utilize </a:t>
          </a:r>
          <a:r>
            <a:rPr lang="en-US" b="1" i="0"/>
            <a:t>Groq</a:t>
          </a:r>
          <a:r>
            <a:rPr lang="en-US" b="0" i="0"/>
            <a:t> for image-to-text analysis.</a:t>
          </a:r>
          <a:endParaRPr lang="en-US"/>
        </a:p>
      </dgm:t>
    </dgm:pt>
    <dgm:pt modelId="{5097DEF5-D422-4BBD-8290-ABE04DB292CF}" type="parTrans" cxnId="{91CB265C-81C2-4E0C-A291-49B561C7D9C5}">
      <dgm:prSet/>
      <dgm:spPr/>
      <dgm:t>
        <a:bodyPr/>
        <a:lstStyle/>
        <a:p>
          <a:endParaRPr lang="en-US"/>
        </a:p>
      </dgm:t>
    </dgm:pt>
    <dgm:pt modelId="{5609966A-E195-425A-81BE-2ADEA14E59E9}" type="sibTrans" cxnId="{91CB265C-81C2-4E0C-A291-49B561C7D9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454F73-612D-43D2-B9E7-B80CE9888E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Use </a:t>
          </a:r>
          <a:r>
            <a:rPr lang="en-US" b="1" i="0"/>
            <a:t>DeepGram Aura</a:t>
          </a:r>
          <a:r>
            <a:rPr lang="en-US" b="0" i="0"/>
            <a:t> for text-to-speech narration.</a:t>
          </a:r>
          <a:endParaRPr lang="en-US"/>
        </a:p>
      </dgm:t>
    </dgm:pt>
    <dgm:pt modelId="{F5B94820-31C5-41AD-AE4F-FF031928B21B}" type="parTrans" cxnId="{8CA3C221-4EC2-4A68-823E-B861E9E9A52F}">
      <dgm:prSet/>
      <dgm:spPr/>
      <dgm:t>
        <a:bodyPr/>
        <a:lstStyle/>
        <a:p>
          <a:endParaRPr lang="en-US"/>
        </a:p>
      </dgm:t>
    </dgm:pt>
    <dgm:pt modelId="{0D7A182E-7B04-47D1-8925-0C29995E6422}" type="sibTrans" cxnId="{8CA3C221-4EC2-4A68-823E-B861E9E9A5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6A818E-8466-4F2D-B947-4A6E248714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Prototype and test before integrating into a full game.</a:t>
          </a:r>
          <a:endParaRPr lang="en-US"/>
        </a:p>
      </dgm:t>
    </dgm:pt>
    <dgm:pt modelId="{E895642C-E6C0-408D-8938-255913FD26B5}" type="parTrans" cxnId="{ECB9EEB2-1D42-417A-8714-9B0397EE7723}">
      <dgm:prSet/>
      <dgm:spPr/>
      <dgm:t>
        <a:bodyPr/>
        <a:lstStyle/>
        <a:p>
          <a:endParaRPr lang="en-US"/>
        </a:p>
      </dgm:t>
    </dgm:pt>
    <dgm:pt modelId="{D51B6AB3-7C38-4F10-87D1-3DEB990F526D}" type="sibTrans" cxnId="{ECB9EEB2-1D42-417A-8714-9B0397EE7723}">
      <dgm:prSet/>
      <dgm:spPr/>
      <dgm:t>
        <a:bodyPr/>
        <a:lstStyle/>
        <a:p>
          <a:endParaRPr lang="en-US"/>
        </a:p>
      </dgm:t>
    </dgm:pt>
    <dgm:pt modelId="{90661B4A-655D-4B9E-9894-5D94F4E4EAA8}" type="pres">
      <dgm:prSet presAssocID="{550F74FF-DE6E-41C6-9E31-D005AF19E797}" presName="root" presStyleCnt="0">
        <dgm:presLayoutVars>
          <dgm:dir/>
          <dgm:resizeHandles val="exact"/>
        </dgm:presLayoutVars>
      </dgm:prSet>
      <dgm:spPr/>
    </dgm:pt>
    <dgm:pt modelId="{6A5FCA68-B90C-4D16-8374-5ED23378ABF2}" type="pres">
      <dgm:prSet presAssocID="{550F74FF-DE6E-41C6-9E31-D005AF19E797}" presName="container" presStyleCnt="0">
        <dgm:presLayoutVars>
          <dgm:dir/>
          <dgm:resizeHandles val="exact"/>
        </dgm:presLayoutVars>
      </dgm:prSet>
      <dgm:spPr/>
    </dgm:pt>
    <dgm:pt modelId="{16A9B831-C5E5-47D9-9C80-999EE0F9E72D}" type="pres">
      <dgm:prSet presAssocID="{D3F51750-1944-46B6-B5B5-AAFD3206557E}" presName="compNode" presStyleCnt="0"/>
      <dgm:spPr/>
    </dgm:pt>
    <dgm:pt modelId="{3F160498-0C63-494C-9B22-BD867D5C3C5D}" type="pres">
      <dgm:prSet presAssocID="{D3F51750-1944-46B6-B5B5-AAFD3206557E}" presName="iconBgRect" presStyleLbl="bgShp" presStyleIdx="0" presStyleCnt="4"/>
      <dgm:spPr/>
    </dgm:pt>
    <dgm:pt modelId="{1B8FEF15-A35F-4140-98E9-3B14BECBEB56}" type="pres">
      <dgm:prSet presAssocID="{D3F51750-1944-46B6-B5B5-AAFD320655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D71398CA-5EE6-41A4-BC58-307C53FDB49B}" type="pres">
      <dgm:prSet presAssocID="{D3F51750-1944-46B6-B5B5-AAFD3206557E}" presName="spaceRect" presStyleCnt="0"/>
      <dgm:spPr/>
    </dgm:pt>
    <dgm:pt modelId="{DBA563E4-1039-40F1-B9E1-CB3DC9A22FCE}" type="pres">
      <dgm:prSet presAssocID="{D3F51750-1944-46B6-B5B5-AAFD3206557E}" presName="textRect" presStyleLbl="revTx" presStyleIdx="0" presStyleCnt="4">
        <dgm:presLayoutVars>
          <dgm:chMax val="1"/>
          <dgm:chPref val="1"/>
        </dgm:presLayoutVars>
      </dgm:prSet>
      <dgm:spPr/>
    </dgm:pt>
    <dgm:pt modelId="{B62A73EA-46F5-446D-916B-5925E404FA25}" type="pres">
      <dgm:prSet presAssocID="{80B1BE4D-6273-4E63-ADBF-F5494AE15447}" presName="sibTrans" presStyleLbl="sibTrans2D1" presStyleIdx="0" presStyleCnt="0"/>
      <dgm:spPr/>
    </dgm:pt>
    <dgm:pt modelId="{4A2AB107-5107-44D7-8B29-40A74AC5E90A}" type="pres">
      <dgm:prSet presAssocID="{E6DAE10E-CAE8-4037-9411-116DA19FA03F}" presName="compNode" presStyleCnt="0"/>
      <dgm:spPr/>
    </dgm:pt>
    <dgm:pt modelId="{7BDEB98B-CC8D-4668-9E02-4F0FC342471D}" type="pres">
      <dgm:prSet presAssocID="{E6DAE10E-CAE8-4037-9411-116DA19FA03F}" presName="iconBgRect" presStyleLbl="bgShp" presStyleIdx="1" presStyleCnt="4"/>
      <dgm:spPr/>
    </dgm:pt>
    <dgm:pt modelId="{209283B6-4ADB-4726-8A5B-43C2C8B4D511}" type="pres">
      <dgm:prSet presAssocID="{E6DAE10E-CAE8-4037-9411-116DA19FA03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D9522F48-74FB-425E-A489-AB1FA8832737}" type="pres">
      <dgm:prSet presAssocID="{E6DAE10E-CAE8-4037-9411-116DA19FA03F}" presName="spaceRect" presStyleCnt="0"/>
      <dgm:spPr/>
    </dgm:pt>
    <dgm:pt modelId="{27B9A84F-21DB-440B-934F-C83CDE26D62E}" type="pres">
      <dgm:prSet presAssocID="{E6DAE10E-CAE8-4037-9411-116DA19FA03F}" presName="textRect" presStyleLbl="revTx" presStyleIdx="1" presStyleCnt="4">
        <dgm:presLayoutVars>
          <dgm:chMax val="1"/>
          <dgm:chPref val="1"/>
        </dgm:presLayoutVars>
      </dgm:prSet>
      <dgm:spPr/>
    </dgm:pt>
    <dgm:pt modelId="{BFC2BC9A-C7DA-4772-862B-B974D6A9DBF7}" type="pres">
      <dgm:prSet presAssocID="{5609966A-E195-425A-81BE-2ADEA14E59E9}" presName="sibTrans" presStyleLbl="sibTrans2D1" presStyleIdx="0" presStyleCnt="0"/>
      <dgm:spPr/>
    </dgm:pt>
    <dgm:pt modelId="{25AE8DB0-AE60-4F36-A66D-50A706C45374}" type="pres">
      <dgm:prSet presAssocID="{4A454F73-612D-43D2-B9E7-B80CE9888E42}" presName="compNode" presStyleCnt="0"/>
      <dgm:spPr/>
    </dgm:pt>
    <dgm:pt modelId="{B9F582DB-A0BC-4643-A2B0-2E95D302395C}" type="pres">
      <dgm:prSet presAssocID="{4A454F73-612D-43D2-B9E7-B80CE9888E42}" presName="iconBgRect" presStyleLbl="bgShp" presStyleIdx="2" presStyleCnt="4"/>
      <dgm:spPr/>
    </dgm:pt>
    <dgm:pt modelId="{1E972457-98DC-4929-B7F3-5CC2E09B7C7E}" type="pres">
      <dgm:prSet presAssocID="{4A454F73-612D-43D2-B9E7-B80CE9888E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B89443A-DFD8-46A9-B9AD-9CB14AA613F3}" type="pres">
      <dgm:prSet presAssocID="{4A454F73-612D-43D2-B9E7-B80CE9888E42}" presName="spaceRect" presStyleCnt="0"/>
      <dgm:spPr/>
    </dgm:pt>
    <dgm:pt modelId="{E3963348-1200-4E18-8EFB-A0420EBFE54F}" type="pres">
      <dgm:prSet presAssocID="{4A454F73-612D-43D2-B9E7-B80CE9888E42}" presName="textRect" presStyleLbl="revTx" presStyleIdx="2" presStyleCnt="4">
        <dgm:presLayoutVars>
          <dgm:chMax val="1"/>
          <dgm:chPref val="1"/>
        </dgm:presLayoutVars>
      </dgm:prSet>
      <dgm:spPr/>
    </dgm:pt>
    <dgm:pt modelId="{922EE7AD-0CC9-40E6-9298-E40AB6729A7B}" type="pres">
      <dgm:prSet presAssocID="{0D7A182E-7B04-47D1-8925-0C29995E6422}" presName="sibTrans" presStyleLbl="sibTrans2D1" presStyleIdx="0" presStyleCnt="0"/>
      <dgm:spPr/>
    </dgm:pt>
    <dgm:pt modelId="{663071E4-6487-4D63-BBE8-04BEF0167D09}" type="pres">
      <dgm:prSet presAssocID="{676A818E-8466-4F2D-B947-4A6E248714D3}" presName="compNode" presStyleCnt="0"/>
      <dgm:spPr/>
    </dgm:pt>
    <dgm:pt modelId="{CA52EF85-4B5A-4F12-B042-6C00705665DD}" type="pres">
      <dgm:prSet presAssocID="{676A818E-8466-4F2D-B947-4A6E248714D3}" presName="iconBgRect" presStyleLbl="bgShp" presStyleIdx="3" presStyleCnt="4"/>
      <dgm:spPr/>
    </dgm:pt>
    <dgm:pt modelId="{0634DB03-D9D5-42C4-AD6E-268597598389}" type="pres">
      <dgm:prSet presAssocID="{676A818E-8466-4F2D-B947-4A6E248714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D5FFA472-2BA0-4FC6-A82A-621B4E76B48C}" type="pres">
      <dgm:prSet presAssocID="{676A818E-8466-4F2D-B947-4A6E248714D3}" presName="spaceRect" presStyleCnt="0"/>
      <dgm:spPr/>
    </dgm:pt>
    <dgm:pt modelId="{41A78F7C-1657-4E02-9FFE-1D7CCCE49B3B}" type="pres">
      <dgm:prSet presAssocID="{676A818E-8466-4F2D-B947-4A6E248714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A2C370D-94AD-478C-BE5F-F7AD5009E2E7}" type="presOf" srcId="{80B1BE4D-6273-4E63-ADBF-F5494AE15447}" destId="{B62A73EA-46F5-446D-916B-5925E404FA25}" srcOrd="0" destOrd="0" presId="urn:microsoft.com/office/officeart/2018/2/layout/IconCircleList"/>
    <dgm:cxn modelId="{5D258314-8BA5-445B-A52E-EE7F57A2052A}" type="presOf" srcId="{5609966A-E195-425A-81BE-2ADEA14E59E9}" destId="{BFC2BC9A-C7DA-4772-862B-B974D6A9DBF7}" srcOrd="0" destOrd="0" presId="urn:microsoft.com/office/officeart/2018/2/layout/IconCircleList"/>
    <dgm:cxn modelId="{8CA3C221-4EC2-4A68-823E-B861E9E9A52F}" srcId="{550F74FF-DE6E-41C6-9E31-D005AF19E797}" destId="{4A454F73-612D-43D2-B9E7-B80CE9888E42}" srcOrd="2" destOrd="0" parTransId="{F5B94820-31C5-41AD-AE4F-FF031928B21B}" sibTransId="{0D7A182E-7B04-47D1-8925-0C29995E6422}"/>
    <dgm:cxn modelId="{2624F432-9D08-48CE-817E-23B06B03BB55}" srcId="{550F74FF-DE6E-41C6-9E31-D005AF19E797}" destId="{D3F51750-1944-46B6-B5B5-AAFD3206557E}" srcOrd="0" destOrd="0" parTransId="{78AE6369-EBA5-421E-90AD-7AA0762AE37B}" sibTransId="{80B1BE4D-6273-4E63-ADBF-F5494AE15447}"/>
    <dgm:cxn modelId="{D2D4CF44-4A5E-41CF-96BB-2210DB868F3E}" type="presOf" srcId="{0D7A182E-7B04-47D1-8925-0C29995E6422}" destId="{922EE7AD-0CC9-40E6-9298-E40AB6729A7B}" srcOrd="0" destOrd="0" presId="urn:microsoft.com/office/officeart/2018/2/layout/IconCircleList"/>
    <dgm:cxn modelId="{91CB265C-81C2-4E0C-A291-49B561C7D9C5}" srcId="{550F74FF-DE6E-41C6-9E31-D005AF19E797}" destId="{E6DAE10E-CAE8-4037-9411-116DA19FA03F}" srcOrd="1" destOrd="0" parTransId="{5097DEF5-D422-4BBD-8290-ABE04DB292CF}" sibTransId="{5609966A-E195-425A-81BE-2ADEA14E59E9}"/>
    <dgm:cxn modelId="{0A740F79-77A1-4805-A3BC-A802F00CB6D0}" type="presOf" srcId="{E6DAE10E-CAE8-4037-9411-116DA19FA03F}" destId="{27B9A84F-21DB-440B-934F-C83CDE26D62E}" srcOrd="0" destOrd="0" presId="urn:microsoft.com/office/officeart/2018/2/layout/IconCircleList"/>
    <dgm:cxn modelId="{A5DDAC91-CE4F-487A-AE0B-2E74B19C6D01}" type="presOf" srcId="{4A454F73-612D-43D2-B9E7-B80CE9888E42}" destId="{E3963348-1200-4E18-8EFB-A0420EBFE54F}" srcOrd="0" destOrd="0" presId="urn:microsoft.com/office/officeart/2018/2/layout/IconCircleList"/>
    <dgm:cxn modelId="{67A0849A-181A-40FA-AA77-5059939FC666}" type="presOf" srcId="{D3F51750-1944-46B6-B5B5-AAFD3206557E}" destId="{DBA563E4-1039-40F1-B9E1-CB3DC9A22FCE}" srcOrd="0" destOrd="0" presId="urn:microsoft.com/office/officeart/2018/2/layout/IconCircleList"/>
    <dgm:cxn modelId="{D6D0BA9E-665D-49BF-998F-06384A805013}" type="presOf" srcId="{676A818E-8466-4F2D-B947-4A6E248714D3}" destId="{41A78F7C-1657-4E02-9FFE-1D7CCCE49B3B}" srcOrd="0" destOrd="0" presId="urn:microsoft.com/office/officeart/2018/2/layout/IconCircleList"/>
    <dgm:cxn modelId="{ECB9EEB2-1D42-417A-8714-9B0397EE7723}" srcId="{550F74FF-DE6E-41C6-9E31-D005AF19E797}" destId="{676A818E-8466-4F2D-B947-4A6E248714D3}" srcOrd="3" destOrd="0" parTransId="{E895642C-E6C0-408D-8938-255913FD26B5}" sibTransId="{D51B6AB3-7C38-4F10-87D1-3DEB990F526D}"/>
    <dgm:cxn modelId="{12E8D1FA-87D7-48E0-A6B6-2ED66BCF9AC1}" type="presOf" srcId="{550F74FF-DE6E-41C6-9E31-D005AF19E797}" destId="{90661B4A-655D-4B9E-9894-5D94F4E4EAA8}" srcOrd="0" destOrd="0" presId="urn:microsoft.com/office/officeart/2018/2/layout/IconCircleList"/>
    <dgm:cxn modelId="{24D2C000-41F2-4C15-BBB2-9565724496E8}" type="presParOf" srcId="{90661B4A-655D-4B9E-9894-5D94F4E4EAA8}" destId="{6A5FCA68-B90C-4D16-8374-5ED23378ABF2}" srcOrd="0" destOrd="0" presId="urn:microsoft.com/office/officeart/2018/2/layout/IconCircleList"/>
    <dgm:cxn modelId="{698372AD-D6A5-47A1-996C-159B6578BBA0}" type="presParOf" srcId="{6A5FCA68-B90C-4D16-8374-5ED23378ABF2}" destId="{16A9B831-C5E5-47D9-9C80-999EE0F9E72D}" srcOrd="0" destOrd="0" presId="urn:microsoft.com/office/officeart/2018/2/layout/IconCircleList"/>
    <dgm:cxn modelId="{9E488F45-917D-4FB6-ACBA-859B1189B169}" type="presParOf" srcId="{16A9B831-C5E5-47D9-9C80-999EE0F9E72D}" destId="{3F160498-0C63-494C-9B22-BD867D5C3C5D}" srcOrd="0" destOrd="0" presId="urn:microsoft.com/office/officeart/2018/2/layout/IconCircleList"/>
    <dgm:cxn modelId="{81A87760-45A8-41D1-BD0A-85A3CEC049CB}" type="presParOf" srcId="{16A9B831-C5E5-47D9-9C80-999EE0F9E72D}" destId="{1B8FEF15-A35F-4140-98E9-3B14BECBEB56}" srcOrd="1" destOrd="0" presId="urn:microsoft.com/office/officeart/2018/2/layout/IconCircleList"/>
    <dgm:cxn modelId="{A357C36F-3A11-4900-B454-AADF27EC5883}" type="presParOf" srcId="{16A9B831-C5E5-47D9-9C80-999EE0F9E72D}" destId="{D71398CA-5EE6-41A4-BC58-307C53FDB49B}" srcOrd="2" destOrd="0" presId="urn:microsoft.com/office/officeart/2018/2/layout/IconCircleList"/>
    <dgm:cxn modelId="{753F8995-A04A-487A-8676-9055D4CEFE47}" type="presParOf" srcId="{16A9B831-C5E5-47D9-9C80-999EE0F9E72D}" destId="{DBA563E4-1039-40F1-B9E1-CB3DC9A22FCE}" srcOrd="3" destOrd="0" presId="urn:microsoft.com/office/officeart/2018/2/layout/IconCircleList"/>
    <dgm:cxn modelId="{EF626C38-7BBE-482B-A0E7-97CD29A3EABE}" type="presParOf" srcId="{6A5FCA68-B90C-4D16-8374-5ED23378ABF2}" destId="{B62A73EA-46F5-446D-916B-5925E404FA25}" srcOrd="1" destOrd="0" presId="urn:microsoft.com/office/officeart/2018/2/layout/IconCircleList"/>
    <dgm:cxn modelId="{8E4C2374-6DB0-441A-A688-8499E09A4834}" type="presParOf" srcId="{6A5FCA68-B90C-4D16-8374-5ED23378ABF2}" destId="{4A2AB107-5107-44D7-8B29-40A74AC5E90A}" srcOrd="2" destOrd="0" presId="urn:microsoft.com/office/officeart/2018/2/layout/IconCircleList"/>
    <dgm:cxn modelId="{584ED559-43B3-4634-B76B-45B6142B37CD}" type="presParOf" srcId="{4A2AB107-5107-44D7-8B29-40A74AC5E90A}" destId="{7BDEB98B-CC8D-4668-9E02-4F0FC342471D}" srcOrd="0" destOrd="0" presId="urn:microsoft.com/office/officeart/2018/2/layout/IconCircleList"/>
    <dgm:cxn modelId="{FEE2A518-D0B9-4271-B1F0-59B6AA469E43}" type="presParOf" srcId="{4A2AB107-5107-44D7-8B29-40A74AC5E90A}" destId="{209283B6-4ADB-4726-8A5B-43C2C8B4D511}" srcOrd="1" destOrd="0" presId="urn:microsoft.com/office/officeart/2018/2/layout/IconCircleList"/>
    <dgm:cxn modelId="{041A8EAC-6A55-4339-B5E2-28B895DAFC35}" type="presParOf" srcId="{4A2AB107-5107-44D7-8B29-40A74AC5E90A}" destId="{D9522F48-74FB-425E-A489-AB1FA8832737}" srcOrd="2" destOrd="0" presId="urn:microsoft.com/office/officeart/2018/2/layout/IconCircleList"/>
    <dgm:cxn modelId="{E15AB738-909A-46A6-B392-1C342B077EC3}" type="presParOf" srcId="{4A2AB107-5107-44D7-8B29-40A74AC5E90A}" destId="{27B9A84F-21DB-440B-934F-C83CDE26D62E}" srcOrd="3" destOrd="0" presId="urn:microsoft.com/office/officeart/2018/2/layout/IconCircleList"/>
    <dgm:cxn modelId="{DAAC70AC-4EED-4492-A6D1-5504A80768C0}" type="presParOf" srcId="{6A5FCA68-B90C-4D16-8374-5ED23378ABF2}" destId="{BFC2BC9A-C7DA-4772-862B-B974D6A9DBF7}" srcOrd="3" destOrd="0" presId="urn:microsoft.com/office/officeart/2018/2/layout/IconCircleList"/>
    <dgm:cxn modelId="{C3A6733E-969B-4733-BC11-BEB2B3BEC89D}" type="presParOf" srcId="{6A5FCA68-B90C-4D16-8374-5ED23378ABF2}" destId="{25AE8DB0-AE60-4F36-A66D-50A706C45374}" srcOrd="4" destOrd="0" presId="urn:microsoft.com/office/officeart/2018/2/layout/IconCircleList"/>
    <dgm:cxn modelId="{63D4DCF5-4BCE-4693-BA8F-3A3F358DE56D}" type="presParOf" srcId="{25AE8DB0-AE60-4F36-A66D-50A706C45374}" destId="{B9F582DB-A0BC-4643-A2B0-2E95D302395C}" srcOrd="0" destOrd="0" presId="urn:microsoft.com/office/officeart/2018/2/layout/IconCircleList"/>
    <dgm:cxn modelId="{F14E8322-6500-4B26-83B3-278EDDBD388F}" type="presParOf" srcId="{25AE8DB0-AE60-4F36-A66D-50A706C45374}" destId="{1E972457-98DC-4929-B7F3-5CC2E09B7C7E}" srcOrd="1" destOrd="0" presId="urn:microsoft.com/office/officeart/2018/2/layout/IconCircleList"/>
    <dgm:cxn modelId="{AD9178B1-5D03-426D-8EE5-19DC48D61627}" type="presParOf" srcId="{25AE8DB0-AE60-4F36-A66D-50A706C45374}" destId="{3B89443A-DFD8-46A9-B9AD-9CB14AA613F3}" srcOrd="2" destOrd="0" presId="urn:microsoft.com/office/officeart/2018/2/layout/IconCircleList"/>
    <dgm:cxn modelId="{A1FE6E5B-4CC6-404A-B040-BE8E2F666B42}" type="presParOf" srcId="{25AE8DB0-AE60-4F36-A66D-50A706C45374}" destId="{E3963348-1200-4E18-8EFB-A0420EBFE54F}" srcOrd="3" destOrd="0" presId="urn:microsoft.com/office/officeart/2018/2/layout/IconCircleList"/>
    <dgm:cxn modelId="{04B2E99F-0251-47CA-AD9C-67D6D265393D}" type="presParOf" srcId="{6A5FCA68-B90C-4D16-8374-5ED23378ABF2}" destId="{922EE7AD-0CC9-40E6-9298-E40AB6729A7B}" srcOrd="5" destOrd="0" presId="urn:microsoft.com/office/officeart/2018/2/layout/IconCircleList"/>
    <dgm:cxn modelId="{12406139-BA2E-45F9-BE72-26AE8BEF6480}" type="presParOf" srcId="{6A5FCA68-B90C-4D16-8374-5ED23378ABF2}" destId="{663071E4-6487-4D63-BBE8-04BEF0167D09}" srcOrd="6" destOrd="0" presId="urn:microsoft.com/office/officeart/2018/2/layout/IconCircleList"/>
    <dgm:cxn modelId="{42AA8854-C0DA-4066-AC5E-FEB13AB07D15}" type="presParOf" srcId="{663071E4-6487-4D63-BBE8-04BEF0167D09}" destId="{CA52EF85-4B5A-4F12-B042-6C00705665DD}" srcOrd="0" destOrd="0" presId="urn:microsoft.com/office/officeart/2018/2/layout/IconCircleList"/>
    <dgm:cxn modelId="{8A011C0C-AF17-405B-B463-58BB81247486}" type="presParOf" srcId="{663071E4-6487-4D63-BBE8-04BEF0167D09}" destId="{0634DB03-D9D5-42C4-AD6E-268597598389}" srcOrd="1" destOrd="0" presId="urn:microsoft.com/office/officeart/2018/2/layout/IconCircleList"/>
    <dgm:cxn modelId="{893DE62E-235C-43F8-B4FC-15C60816448B}" type="presParOf" srcId="{663071E4-6487-4D63-BBE8-04BEF0167D09}" destId="{D5FFA472-2BA0-4FC6-A82A-621B4E76B48C}" srcOrd="2" destOrd="0" presId="urn:microsoft.com/office/officeart/2018/2/layout/IconCircleList"/>
    <dgm:cxn modelId="{E69206F9-1964-4906-8A01-C3CAD3AC2B08}" type="presParOf" srcId="{663071E4-6487-4D63-BBE8-04BEF0167D09}" destId="{41A78F7C-1657-4E02-9FFE-1D7CCCE49B3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C5F41C-80A8-4EF8-833C-BC4513111A3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DDC164-47D9-4D4B-BEF6-5664F564118D}">
      <dgm:prSet/>
      <dgm:spPr/>
      <dgm:t>
        <a:bodyPr/>
        <a:lstStyle/>
        <a:p>
          <a:r>
            <a:rPr lang="en-US" b="1" i="0"/>
            <a:t>Tools:</a:t>
          </a:r>
          <a:endParaRPr lang="en-US"/>
        </a:p>
      </dgm:t>
    </dgm:pt>
    <dgm:pt modelId="{4AA08709-2AE8-4E52-84F6-42227AB0F0D5}" type="parTrans" cxnId="{E7CD7071-80DA-470B-9F31-1F508C092044}">
      <dgm:prSet/>
      <dgm:spPr/>
      <dgm:t>
        <a:bodyPr/>
        <a:lstStyle/>
        <a:p>
          <a:endParaRPr lang="en-US"/>
        </a:p>
      </dgm:t>
    </dgm:pt>
    <dgm:pt modelId="{BD52E456-B0B3-445B-ADEF-0A419C6555CD}" type="sibTrans" cxnId="{E7CD7071-80DA-470B-9F31-1F508C092044}">
      <dgm:prSet/>
      <dgm:spPr/>
      <dgm:t>
        <a:bodyPr/>
        <a:lstStyle/>
        <a:p>
          <a:endParaRPr lang="en-US"/>
        </a:p>
      </dgm:t>
    </dgm:pt>
    <dgm:pt modelId="{BAD35455-6A21-4F01-9F9E-D97C69A0FA20}">
      <dgm:prSet/>
      <dgm:spPr/>
      <dgm:t>
        <a:bodyPr/>
        <a:lstStyle/>
        <a:p>
          <a:pPr>
            <a:buFont typeface="Wingdings" pitchFamily="2" charset="2"/>
            <a:buChar char="v"/>
          </a:pPr>
          <a:r>
            <a:rPr lang="en-US" b="0" i="0" dirty="0"/>
            <a:t>Unity (C#) or Godot (</a:t>
          </a:r>
          <a:r>
            <a:rPr lang="en-US" b="0" i="0" dirty="0" err="1"/>
            <a:t>GDScript</a:t>
          </a:r>
          <a:r>
            <a:rPr lang="en-US" b="0" i="0" dirty="0"/>
            <a:t>)</a:t>
          </a:r>
          <a:endParaRPr lang="en-US" dirty="0"/>
        </a:p>
      </dgm:t>
    </dgm:pt>
    <dgm:pt modelId="{D68205D6-D105-4721-A478-DF48B2B148C7}" type="parTrans" cxnId="{47DDB1CB-3302-4376-BDED-F457604854C2}">
      <dgm:prSet/>
      <dgm:spPr/>
      <dgm:t>
        <a:bodyPr/>
        <a:lstStyle/>
        <a:p>
          <a:endParaRPr lang="en-US"/>
        </a:p>
      </dgm:t>
    </dgm:pt>
    <dgm:pt modelId="{57BF9290-65AD-4319-AFEA-D727546C60F8}" type="sibTrans" cxnId="{47DDB1CB-3302-4376-BDED-F457604854C2}">
      <dgm:prSet/>
      <dgm:spPr/>
      <dgm:t>
        <a:bodyPr/>
        <a:lstStyle/>
        <a:p>
          <a:endParaRPr lang="en-US"/>
        </a:p>
      </dgm:t>
    </dgm:pt>
    <dgm:pt modelId="{E04DF270-A9B5-413E-BBD3-E884CE9951C0}">
      <dgm:prSet/>
      <dgm:spPr/>
      <dgm:t>
        <a:bodyPr/>
        <a:lstStyle/>
        <a:p>
          <a:pPr>
            <a:buFont typeface="Wingdings" pitchFamily="2" charset="2"/>
            <a:buChar char="v"/>
          </a:pPr>
          <a:r>
            <a:rPr lang="en-US" b="0" i="0" dirty="0"/>
            <a:t>Optional: Tiled for grid-based levels</a:t>
          </a:r>
          <a:endParaRPr lang="en-US" dirty="0"/>
        </a:p>
      </dgm:t>
    </dgm:pt>
    <dgm:pt modelId="{D39746B7-A36A-47C2-A619-5A571BB736D8}" type="parTrans" cxnId="{12685CB3-229F-437B-BE23-4E0EEAB3A385}">
      <dgm:prSet/>
      <dgm:spPr/>
      <dgm:t>
        <a:bodyPr/>
        <a:lstStyle/>
        <a:p>
          <a:endParaRPr lang="en-US"/>
        </a:p>
      </dgm:t>
    </dgm:pt>
    <dgm:pt modelId="{56264035-4B05-4CA3-8F47-3C5A16744C4B}" type="sibTrans" cxnId="{12685CB3-229F-437B-BE23-4E0EEAB3A385}">
      <dgm:prSet/>
      <dgm:spPr/>
      <dgm:t>
        <a:bodyPr/>
        <a:lstStyle/>
        <a:p>
          <a:endParaRPr lang="en-US"/>
        </a:p>
      </dgm:t>
    </dgm:pt>
    <dgm:pt modelId="{F1F2B490-A0E4-4E78-B2E7-7FE580F5521F}">
      <dgm:prSet/>
      <dgm:spPr/>
      <dgm:t>
        <a:bodyPr/>
        <a:lstStyle/>
        <a:p>
          <a:r>
            <a:rPr lang="en-US" b="0" i="0" dirty="0"/>
            <a:t>Create a basic environment (corridor, room, obstacles).</a:t>
          </a:r>
          <a:endParaRPr lang="en-US" dirty="0"/>
        </a:p>
      </dgm:t>
    </dgm:pt>
    <dgm:pt modelId="{5867273C-818F-4E56-80FA-18348A3543C2}" type="parTrans" cxnId="{73AC5423-04E1-4E88-AADD-21510142F683}">
      <dgm:prSet/>
      <dgm:spPr/>
      <dgm:t>
        <a:bodyPr/>
        <a:lstStyle/>
        <a:p>
          <a:endParaRPr lang="en-US"/>
        </a:p>
      </dgm:t>
    </dgm:pt>
    <dgm:pt modelId="{89D73E39-C513-4E95-95AC-31A81EBDBB02}" type="sibTrans" cxnId="{73AC5423-04E1-4E88-AADD-21510142F683}">
      <dgm:prSet/>
      <dgm:spPr/>
      <dgm:t>
        <a:bodyPr/>
        <a:lstStyle/>
        <a:p>
          <a:endParaRPr lang="en-US"/>
        </a:p>
      </dgm:t>
    </dgm:pt>
    <dgm:pt modelId="{D67F4B13-8982-4A31-91EB-3C6CBF2D8981}">
      <dgm:prSet/>
      <dgm:spPr/>
      <dgm:t>
        <a:bodyPr/>
        <a:lstStyle/>
        <a:p>
          <a:r>
            <a:rPr lang="en-US" b="0" i="0" dirty="0"/>
            <a:t>Enable first-person movement.</a:t>
          </a:r>
          <a:endParaRPr lang="en-US" dirty="0"/>
        </a:p>
      </dgm:t>
    </dgm:pt>
    <dgm:pt modelId="{EC4FCF98-A5B1-414C-9B5B-4F1A84325C39}" type="parTrans" cxnId="{5DED1759-1DA4-4A89-960A-FF4281E7B218}">
      <dgm:prSet/>
      <dgm:spPr/>
      <dgm:t>
        <a:bodyPr/>
        <a:lstStyle/>
        <a:p>
          <a:endParaRPr lang="en-US"/>
        </a:p>
      </dgm:t>
    </dgm:pt>
    <dgm:pt modelId="{EE171019-3659-4F00-9EB4-F0CA042C2F14}" type="sibTrans" cxnId="{5DED1759-1DA4-4A89-960A-FF4281E7B218}">
      <dgm:prSet/>
      <dgm:spPr/>
      <dgm:t>
        <a:bodyPr/>
        <a:lstStyle/>
        <a:p>
          <a:endParaRPr lang="en-US"/>
        </a:p>
      </dgm:t>
    </dgm:pt>
    <dgm:pt modelId="{235D3F6A-FE29-489B-9A56-C34A5F86E8F7}">
      <dgm:prSet/>
      <dgm:spPr/>
      <dgm:t>
        <a:bodyPr/>
        <a:lstStyle/>
        <a:p>
          <a:r>
            <a:rPr lang="en-US" b="0" i="0"/>
            <a:t>Implement basic collision detection.</a:t>
          </a:r>
          <a:endParaRPr lang="en-US"/>
        </a:p>
      </dgm:t>
    </dgm:pt>
    <dgm:pt modelId="{32EC7F99-05F2-4DC1-B36E-5B9DA988F8E6}" type="parTrans" cxnId="{264F3F87-D71E-48CE-85C3-60FB624E9E3B}">
      <dgm:prSet/>
      <dgm:spPr/>
      <dgm:t>
        <a:bodyPr/>
        <a:lstStyle/>
        <a:p>
          <a:endParaRPr lang="en-US"/>
        </a:p>
      </dgm:t>
    </dgm:pt>
    <dgm:pt modelId="{3BD663EC-8EC0-4F08-BE7B-4D923FD9D0E9}" type="sibTrans" cxnId="{264F3F87-D71E-48CE-85C3-60FB624E9E3B}">
      <dgm:prSet/>
      <dgm:spPr/>
      <dgm:t>
        <a:bodyPr/>
        <a:lstStyle/>
        <a:p>
          <a:endParaRPr lang="en-US"/>
        </a:p>
      </dgm:t>
    </dgm:pt>
    <dgm:pt modelId="{FEB6F0ED-CA42-0A4D-B7AF-CCA2F5E5AEB1}">
      <dgm:prSet/>
      <dgm:spPr/>
      <dgm:t>
        <a:bodyPr/>
        <a:lstStyle/>
        <a:p>
          <a:pPr>
            <a:buNone/>
          </a:pPr>
          <a:r>
            <a:rPr lang="en-US" b="1" i="0" dirty="0"/>
            <a:t>Implementation:</a:t>
          </a:r>
          <a:endParaRPr lang="en-US" dirty="0"/>
        </a:p>
      </dgm:t>
    </dgm:pt>
    <dgm:pt modelId="{E3508C7E-238E-FB4D-9FC2-CF3F29BAE3B5}" type="parTrans" cxnId="{3662F2D6-ED15-5349-8570-2E6D6A7C1E68}">
      <dgm:prSet/>
      <dgm:spPr/>
    </dgm:pt>
    <dgm:pt modelId="{7B72E9F2-CEBF-954A-8341-1A9896995EAE}" type="sibTrans" cxnId="{3662F2D6-ED15-5349-8570-2E6D6A7C1E68}">
      <dgm:prSet/>
      <dgm:spPr/>
    </dgm:pt>
    <dgm:pt modelId="{8D8FDCE8-1783-5B40-B5CA-D02E0CD8DAC4}" type="pres">
      <dgm:prSet presAssocID="{62C5F41C-80A8-4EF8-833C-BC4513111A33}" presName="Name0" presStyleCnt="0">
        <dgm:presLayoutVars>
          <dgm:dir/>
          <dgm:animLvl val="lvl"/>
          <dgm:resizeHandles val="exact"/>
        </dgm:presLayoutVars>
      </dgm:prSet>
      <dgm:spPr/>
    </dgm:pt>
    <dgm:pt modelId="{6846DC25-1711-F744-B592-B3AE6215FE4E}" type="pres">
      <dgm:prSet presAssocID="{2DDDC164-47D9-4D4B-BEF6-5664F564118D}" presName="linNode" presStyleCnt="0"/>
      <dgm:spPr/>
    </dgm:pt>
    <dgm:pt modelId="{B3A451C9-A853-7A4E-952A-E2665A1C9D32}" type="pres">
      <dgm:prSet presAssocID="{2DDDC164-47D9-4D4B-BEF6-5664F564118D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B92C99CD-9BC1-FB4E-8DD1-FAE6E47BF316}" type="pres">
      <dgm:prSet presAssocID="{2DDDC164-47D9-4D4B-BEF6-5664F564118D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95B71110-EF66-FB48-BF80-F1B17FBC65F8}" type="presOf" srcId="{E04DF270-A9B5-413E-BBD3-E884CE9951C0}" destId="{B92C99CD-9BC1-FB4E-8DD1-FAE6E47BF316}" srcOrd="0" destOrd="1" presId="urn:microsoft.com/office/officeart/2005/8/layout/vList5"/>
    <dgm:cxn modelId="{73AC5423-04E1-4E88-AADD-21510142F683}" srcId="{2DDDC164-47D9-4D4B-BEF6-5664F564118D}" destId="{F1F2B490-A0E4-4E78-B2E7-7FE580F5521F}" srcOrd="3" destOrd="0" parTransId="{5867273C-818F-4E56-80FA-18348A3543C2}" sibTransId="{89D73E39-C513-4E95-95AC-31A81EBDBB02}"/>
    <dgm:cxn modelId="{624A6542-3A4D-704D-9458-68A0434B75B6}" type="presOf" srcId="{F1F2B490-A0E4-4E78-B2E7-7FE580F5521F}" destId="{B92C99CD-9BC1-FB4E-8DD1-FAE6E47BF316}" srcOrd="0" destOrd="3" presId="urn:microsoft.com/office/officeart/2005/8/layout/vList5"/>
    <dgm:cxn modelId="{5DED1759-1DA4-4A89-960A-FF4281E7B218}" srcId="{2DDDC164-47D9-4D4B-BEF6-5664F564118D}" destId="{D67F4B13-8982-4A31-91EB-3C6CBF2D8981}" srcOrd="4" destOrd="0" parTransId="{EC4FCF98-A5B1-414C-9B5B-4F1A84325C39}" sibTransId="{EE171019-3659-4F00-9EB4-F0CA042C2F14}"/>
    <dgm:cxn modelId="{75623068-2371-D34A-8889-2B6A01DB7DBF}" type="presOf" srcId="{2DDDC164-47D9-4D4B-BEF6-5664F564118D}" destId="{B3A451C9-A853-7A4E-952A-E2665A1C9D32}" srcOrd="0" destOrd="0" presId="urn:microsoft.com/office/officeart/2005/8/layout/vList5"/>
    <dgm:cxn modelId="{2A495B70-A291-BC48-8259-1AADC27F7E53}" type="presOf" srcId="{D67F4B13-8982-4A31-91EB-3C6CBF2D8981}" destId="{B92C99CD-9BC1-FB4E-8DD1-FAE6E47BF316}" srcOrd="0" destOrd="4" presId="urn:microsoft.com/office/officeart/2005/8/layout/vList5"/>
    <dgm:cxn modelId="{E7CD7071-80DA-470B-9F31-1F508C092044}" srcId="{62C5F41C-80A8-4EF8-833C-BC4513111A33}" destId="{2DDDC164-47D9-4D4B-BEF6-5664F564118D}" srcOrd="0" destOrd="0" parTransId="{4AA08709-2AE8-4E52-84F6-42227AB0F0D5}" sibTransId="{BD52E456-B0B3-445B-ADEF-0A419C6555CD}"/>
    <dgm:cxn modelId="{264F3F87-D71E-48CE-85C3-60FB624E9E3B}" srcId="{2DDDC164-47D9-4D4B-BEF6-5664F564118D}" destId="{235D3F6A-FE29-489B-9A56-C34A5F86E8F7}" srcOrd="5" destOrd="0" parTransId="{32EC7F99-05F2-4DC1-B36E-5B9DA988F8E6}" sibTransId="{3BD663EC-8EC0-4F08-BE7B-4D923FD9D0E9}"/>
    <dgm:cxn modelId="{3233AD90-C3F9-384F-8A9A-0FEEC80517C8}" type="presOf" srcId="{BAD35455-6A21-4F01-9F9E-D97C69A0FA20}" destId="{B92C99CD-9BC1-FB4E-8DD1-FAE6E47BF316}" srcOrd="0" destOrd="0" presId="urn:microsoft.com/office/officeart/2005/8/layout/vList5"/>
    <dgm:cxn modelId="{80DD4493-6399-094B-AFDF-69E9CBF22B0B}" type="presOf" srcId="{235D3F6A-FE29-489B-9A56-C34A5F86E8F7}" destId="{B92C99CD-9BC1-FB4E-8DD1-FAE6E47BF316}" srcOrd="0" destOrd="5" presId="urn:microsoft.com/office/officeart/2005/8/layout/vList5"/>
    <dgm:cxn modelId="{12685CB3-229F-437B-BE23-4E0EEAB3A385}" srcId="{2DDDC164-47D9-4D4B-BEF6-5664F564118D}" destId="{E04DF270-A9B5-413E-BBD3-E884CE9951C0}" srcOrd="1" destOrd="0" parTransId="{D39746B7-A36A-47C2-A619-5A571BB736D8}" sibTransId="{56264035-4B05-4CA3-8F47-3C5A16744C4B}"/>
    <dgm:cxn modelId="{BF82B0C9-93AB-4748-8199-68E07737BAF2}" type="presOf" srcId="{62C5F41C-80A8-4EF8-833C-BC4513111A33}" destId="{8D8FDCE8-1783-5B40-B5CA-D02E0CD8DAC4}" srcOrd="0" destOrd="0" presId="urn:microsoft.com/office/officeart/2005/8/layout/vList5"/>
    <dgm:cxn modelId="{47DDB1CB-3302-4376-BDED-F457604854C2}" srcId="{2DDDC164-47D9-4D4B-BEF6-5664F564118D}" destId="{BAD35455-6A21-4F01-9F9E-D97C69A0FA20}" srcOrd="0" destOrd="0" parTransId="{D68205D6-D105-4721-A478-DF48B2B148C7}" sibTransId="{57BF9290-65AD-4319-AFEA-D727546C60F8}"/>
    <dgm:cxn modelId="{03C4BFCF-4A0D-D24F-8DFA-CE9C05EAE243}" type="presOf" srcId="{FEB6F0ED-CA42-0A4D-B7AF-CCA2F5E5AEB1}" destId="{B92C99CD-9BC1-FB4E-8DD1-FAE6E47BF316}" srcOrd="0" destOrd="2" presId="urn:microsoft.com/office/officeart/2005/8/layout/vList5"/>
    <dgm:cxn modelId="{3662F2D6-ED15-5349-8570-2E6D6A7C1E68}" srcId="{2DDDC164-47D9-4D4B-BEF6-5664F564118D}" destId="{FEB6F0ED-CA42-0A4D-B7AF-CCA2F5E5AEB1}" srcOrd="2" destOrd="0" parTransId="{E3508C7E-238E-FB4D-9FC2-CF3F29BAE3B5}" sibTransId="{7B72E9F2-CEBF-954A-8341-1A9896995EAE}"/>
    <dgm:cxn modelId="{B7D2E6D5-CED6-5B43-998D-54641637701F}" type="presParOf" srcId="{8D8FDCE8-1783-5B40-B5CA-D02E0CD8DAC4}" destId="{6846DC25-1711-F744-B592-B3AE6215FE4E}" srcOrd="0" destOrd="0" presId="urn:microsoft.com/office/officeart/2005/8/layout/vList5"/>
    <dgm:cxn modelId="{6086910D-155D-E04F-B488-914B2D6DE22E}" type="presParOf" srcId="{6846DC25-1711-F744-B592-B3AE6215FE4E}" destId="{B3A451C9-A853-7A4E-952A-E2665A1C9D32}" srcOrd="0" destOrd="0" presId="urn:microsoft.com/office/officeart/2005/8/layout/vList5"/>
    <dgm:cxn modelId="{DA2AE7FD-7EE8-8646-96C0-1C2D25891A1C}" type="presParOf" srcId="{6846DC25-1711-F744-B592-B3AE6215FE4E}" destId="{B92C99CD-9BC1-FB4E-8DD1-FAE6E47BF31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6BF69D-3ECC-45C2-978B-CAC7D63A32D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DFA8A3C-0F96-4696-908F-06EDE7979E08}">
      <dgm:prSet/>
      <dgm:spPr/>
      <dgm:t>
        <a:bodyPr/>
        <a:lstStyle/>
        <a:p>
          <a:r>
            <a:rPr lang="en-US" b="1" i="0"/>
            <a:t>Approach:</a:t>
          </a:r>
          <a:endParaRPr lang="en-US"/>
        </a:p>
      </dgm:t>
    </dgm:pt>
    <dgm:pt modelId="{2317D9DC-EB1E-450E-88C3-F4EDB36617ED}" type="parTrans" cxnId="{5F30ACE3-6BA8-47DD-B88C-DC26797B09E0}">
      <dgm:prSet/>
      <dgm:spPr/>
      <dgm:t>
        <a:bodyPr/>
        <a:lstStyle/>
        <a:p>
          <a:endParaRPr lang="en-US"/>
        </a:p>
      </dgm:t>
    </dgm:pt>
    <dgm:pt modelId="{BC88A950-060C-4B7D-ABC7-62EBA59D5DE1}" type="sibTrans" cxnId="{5F30ACE3-6BA8-47DD-B88C-DC26797B09E0}">
      <dgm:prSet/>
      <dgm:spPr/>
      <dgm:t>
        <a:bodyPr/>
        <a:lstStyle/>
        <a:p>
          <a:endParaRPr lang="en-US"/>
        </a:p>
      </dgm:t>
    </dgm:pt>
    <dgm:pt modelId="{B9FC2550-9BF3-4C7E-923A-D4886E6B64EF}">
      <dgm:prSet/>
      <dgm:spPr/>
      <dgm:t>
        <a:bodyPr/>
        <a:lstStyle/>
        <a:p>
          <a:r>
            <a:rPr lang="en-US" b="0" i="0"/>
            <a:t>Capture frames at intervals (e.g., every 0.5s).</a:t>
          </a:r>
          <a:endParaRPr lang="en-US"/>
        </a:p>
      </dgm:t>
    </dgm:pt>
    <dgm:pt modelId="{5457455F-21D6-4AB9-AD52-4F88E30BDAA6}" type="parTrans" cxnId="{AA5FB3F7-2611-4A02-A699-C37F6609095F}">
      <dgm:prSet/>
      <dgm:spPr/>
      <dgm:t>
        <a:bodyPr/>
        <a:lstStyle/>
        <a:p>
          <a:endParaRPr lang="en-US"/>
        </a:p>
      </dgm:t>
    </dgm:pt>
    <dgm:pt modelId="{F017E34B-973B-4850-9521-0FE9ABCA9241}" type="sibTrans" cxnId="{AA5FB3F7-2611-4A02-A699-C37F6609095F}">
      <dgm:prSet/>
      <dgm:spPr/>
      <dgm:t>
        <a:bodyPr/>
        <a:lstStyle/>
        <a:p>
          <a:endParaRPr lang="en-US"/>
        </a:p>
      </dgm:t>
    </dgm:pt>
    <dgm:pt modelId="{ABCAD5B5-95DC-421B-84D2-6C140E3B2E6F}">
      <dgm:prSet/>
      <dgm:spPr/>
      <dgm:t>
        <a:bodyPr/>
        <a:lstStyle/>
        <a:p>
          <a:r>
            <a:rPr lang="en-US" b="0" i="0"/>
            <a:t>Convert frames into images (PNG, JPEG).</a:t>
          </a:r>
          <a:endParaRPr lang="en-US"/>
        </a:p>
      </dgm:t>
    </dgm:pt>
    <dgm:pt modelId="{E3C9D7E2-27BB-4726-8F4D-900FFB993242}" type="parTrans" cxnId="{6D636F56-48F9-49DA-AEDF-0E934594DF1D}">
      <dgm:prSet/>
      <dgm:spPr/>
      <dgm:t>
        <a:bodyPr/>
        <a:lstStyle/>
        <a:p>
          <a:endParaRPr lang="en-US"/>
        </a:p>
      </dgm:t>
    </dgm:pt>
    <dgm:pt modelId="{F1EB4E21-13E4-4DB6-AE14-921CC3C420EF}" type="sibTrans" cxnId="{6D636F56-48F9-49DA-AEDF-0E934594DF1D}">
      <dgm:prSet/>
      <dgm:spPr/>
      <dgm:t>
        <a:bodyPr/>
        <a:lstStyle/>
        <a:p>
          <a:endParaRPr lang="en-US"/>
        </a:p>
      </dgm:t>
    </dgm:pt>
    <dgm:pt modelId="{2390056D-84E7-4DAA-85ED-D7490D9D32BD}">
      <dgm:prSet/>
      <dgm:spPr/>
      <dgm:t>
        <a:bodyPr/>
        <a:lstStyle/>
        <a:p>
          <a:r>
            <a:rPr lang="en-US" b="0" i="0"/>
            <a:t>Send images to Groq for processing.</a:t>
          </a:r>
          <a:endParaRPr lang="en-US"/>
        </a:p>
      </dgm:t>
    </dgm:pt>
    <dgm:pt modelId="{7742B04F-8BAD-4839-B7CD-FDC9CD08593E}" type="parTrans" cxnId="{86CEC915-ED40-4A47-A895-81E2EE1E7132}">
      <dgm:prSet/>
      <dgm:spPr/>
      <dgm:t>
        <a:bodyPr/>
        <a:lstStyle/>
        <a:p>
          <a:endParaRPr lang="en-US"/>
        </a:p>
      </dgm:t>
    </dgm:pt>
    <dgm:pt modelId="{D18D91E1-B8BC-4B89-90DC-9A1B237FD686}" type="sibTrans" cxnId="{86CEC915-ED40-4A47-A895-81E2EE1E7132}">
      <dgm:prSet/>
      <dgm:spPr/>
      <dgm:t>
        <a:bodyPr/>
        <a:lstStyle/>
        <a:p>
          <a:endParaRPr lang="en-US"/>
        </a:p>
      </dgm:t>
    </dgm:pt>
    <dgm:pt modelId="{6A4888A7-D922-4D8F-879F-AD0DD9455A82}">
      <dgm:prSet/>
      <dgm:spPr/>
      <dgm:t>
        <a:bodyPr/>
        <a:lstStyle/>
        <a:p>
          <a:r>
            <a:rPr lang="en-US" b="1" i="0"/>
            <a:t>Frame Capture Methods:</a:t>
          </a:r>
          <a:endParaRPr lang="en-US"/>
        </a:p>
      </dgm:t>
    </dgm:pt>
    <dgm:pt modelId="{2EA318D4-603B-458D-B407-B99FAE7A33FB}" type="parTrans" cxnId="{DB897F17-9E16-4BEA-A1F2-04E18455E88C}">
      <dgm:prSet/>
      <dgm:spPr/>
      <dgm:t>
        <a:bodyPr/>
        <a:lstStyle/>
        <a:p>
          <a:endParaRPr lang="en-US"/>
        </a:p>
      </dgm:t>
    </dgm:pt>
    <dgm:pt modelId="{AF40E034-BD11-4F0D-B657-E94613BAA494}" type="sibTrans" cxnId="{DB897F17-9E16-4BEA-A1F2-04E18455E88C}">
      <dgm:prSet/>
      <dgm:spPr/>
      <dgm:t>
        <a:bodyPr/>
        <a:lstStyle/>
        <a:p>
          <a:endParaRPr lang="en-US"/>
        </a:p>
      </dgm:t>
    </dgm:pt>
    <dgm:pt modelId="{F54F435A-1B34-4976-85D7-A0C3C96EE538}">
      <dgm:prSet/>
      <dgm:spPr/>
      <dgm:t>
        <a:bodyPr/>
        <a:lstStyle/>
        <a:p>
          <a:r>
            <a:rPr lang="en-US" b="1" i="0" dirty="0"/>
            <a:t>Unity:</a:t>
          </a:r>
          <a:r>
            <a:rPr lang="en-US" b="0" i="0" dirty="0"/>
            <a:t> </a:t>
          </a:r>
          <a:r>
            <a:rPr lang="en-US" b="0" i="0" dirty="0" err="1"/>
            <a:t>ScreenCapture.CaptureScreenshot</a:t>
          </a:r>
          <a:r>
            <a:rPr lang="en-US" b="0" i="0" dirty="0"/>
            <a:t>() or </a:t>
          </a:r>
          <a:r>
            <a:rPr lang="en-US" b="0" i="0" dirty="0" err="1"/>
            <a:t>RenderTexture</a:t>
          </a:r>
          <a:r>
            <a:rPr lang="en-US" b="0" i="0" dirty="0"/>
            <a:t>.</a:t>
          </a:r>
          <a:endParaRPr lang="en-US" dirty="0"/>
        </a:p>
      </dgm:t>
    </dgm:pt>
    <dgm:pt modelId="{BD2A6D8C-D5D4-47D0-A2CF-1C83FFCCD89A}" type="parTrans" cxnId="{FBD2B21A-A42A-43BD-8644-A0AACFF323E3}">
      <dgm:prSet/>
      <dgm:spPr/>
      <dgm:t>
        <a:bodyPr/>
        <a:lstStyle/>
        <a:p>
          <a:endParaRPr lang="en-US"/>
        </a:p>
      </dgm:t>
    </dgm:pt>
    <dgm:pt modelId="{D21CCBC7-EDAE-4C25-BFF1-96307614CEDF}" type="sibTrans" cxnId="{FBD2B21A-A42A-43BD-8644-A0AACFF323E3}">
      <dgm:prSet/>
      <dgm:spPr/>
      <dgm:t>
        <a:bodyPr/>
        <a:lstStyle/>
        <a:p>
          <a:endParaRPr lang="en-US"/>
        </a:p>
      </dgm:t>
    </dgm:pt>
    <dgm:pt modelId="{491BB5CA-C396-406C-A177-84F1A4CE7862}">
      <dgm:prSet/>
      <dgm:spPr/>
      <dgm:t>
        <a:bodyPr/>
        <a:lstStyle/>
        <a:p>
          <a:r>
            <a:rPr lang="en-US" b="1" i="0" dirty="0"/>
            <a:t>Godot:</a:t>
          </a:r>
          <a:r>
            <a:rPr lang="en-US" b="0" i="0" dirty="0"/>
            <a:t> </a:t>
          </a:r>
          <a:r>
            <a:rPr lang="en-US" b="0" i="0" dirty="0" err="1"/>
            <a:t>get_viewport</a:t>
          </a:r>
          <a:r>
            <a:rPr lang="en-US" b="0" i="0" dirty="0"/>
            <a:t>().</a:t>
          </a:r>
          <a:r>
            <a:rPr lang="en-US" b="0" i="0" dirty="0" err="1"/>
            <a:t>get_texture</a:t>
          </a:r>
          <a:r>
            <a:rPr lang="en-US" b="0" i="0" dirty="0"/>
            <a:t>().</a:t>
          </a:r>
          <a:r>
            <a:rPr lang="en-US" b="0" i="0" dirty="0" err="1"/>
            <a:t>get_data</a:t>
          </a:r>
          <a:r>
            <a:rPr lang="en-US" b="0" i="0" dirty="0"/>
            <a:t>().</a:t>
          </a:r>
          <a:endParaRPr lang="en-US" dirty="0"/>
        </a:p>
      </dgm:t>
    </dgm:pt>
    <dgm:pt modelId="{926B4B46-5F8F-44E3-85A3-B641A59A859D}" type="parTrans" cxnId="{DAC7A324-0D5D-49E5-9922-04E40B49E853}">
      <dgm:prSet/>
      <dgm:spPr/>
      <dgm:t>
        <a:bodyPr/>
        <a:lstStyle/>
        <a:p>
          <a:endParaRPr lang="en-US"/>
        </a:p>
      </dgm:t>
    </dgm:pt>
    <dgm:pt modelId="{62040281-6A9C-4D4C-BB3D-DB67366C2600}" type="sibTrans" cxnId="{DAC7A324-0D5D-49E5-9922-04E40B49E853}">
      <dgm:prSet/>
      <dgm:spPr/>
      <dgm:t>
        <a:bodyPr/>
        <a:lstStyle/>
        <a:p>
          <a:endParaRPr lang="en-US"/>
        </a:p>
      </dgm:t>
    </dgm:pt>
    <dgm:pt modelId="{88B3C21E-3555-A147-9E42-A62C358FB66E}" type="pres">
      <dgm:prSet presAssocID="{C06BF69D-3ECC-45C2-978B-CAC7D63A32D5}" presName="vert0" presStyleCnt="0">
        <dgm:presLayoutVars>
          <dgm:dir/>
          <dgm:animOne val="branch"/>
          <dgm:animLvl val="lvl"/>
        </dgm:presLayoutVars>
      </dgm:prSet>
      <dgm:spPr/>
    </dgm:pt>
    <dgm:pt modelId="{06178E9E-E103-384F-A34B-D22AA4277B5B}" type="pres">
      <dgm:prSet presAssocID="{1DFA8A3C-0F96-4696-908F-06EDE7979E08}" presName="thickLine" presStyleLbl="alignNode1" presStyleIdx="0" presStyleCnt="2"/>
      <dgm:spPr/>
    </dgm:pt>
    <dgm:pt modelId="{96F52074-7A7D-8B43-A7D1-AD6E4C83F455}" type="pres">
      <dgm:prSet presAssocID="{1DFA8A3C-0F96-4696-908F-06EDE7979E08}" presName="horz1" presStyleCnt="0"/>
      <dgm:spPr/>
    </dgm:pt>
    <dgm:pt modelId="{6529BB88-15BF-4540-A3B6-21EE4BB5C515}" type="pres">
      <dgm:prSet presAssocID="{1DFA8A3C-0F96-4696-908F-06EDE7979E08}" presName="tx1" presStyleLbl="revTx" presStyleIdx="0" presStyleCnt="7"/>
      <dgm:spPr/>
    </dgm:pt>
    <dgm:pt modelId="{6B954058-A106-614F-8029-CF519F7E11A2}" type="pres">
      <dgm:prSet presAssocID="{1DFA8A3C-0F96-4696-908F-06EDE7979E08}" presName="vert1" presStyleCnt="0"/>
      <dgm:spPr/>
    </dgm:pt>
    <dgm:pt modelId="{540F6301-B40C-844E-BC43-5B43A91EED17}" type="pres">
      <dgm:prSet presAssocID="{B9FC2550-9BF3-4C7E-923A-D4886E6B64EF}" presName="vertSpace2a" presStyleCnt="0"/>
      <dgm:spPr/>
    </dgm:pt>
    <dgm:pt modelId="{211938F7-91A5-1A41-A9A8-8EDE5502726F}" type="pres">
      <dgm:prSet presAssocID="{B9FC2550-9BF3-4C7E-923A-D4886E6B64EF}" presName="horz2" presStyleCnt="0"/>
      <dgm:spPr/>
    </dgm:pt>
    <dgm:pt modelId="{0D963DCF-6DB8-3545-B072-C1CBD6A64C56}" type="pres">
      <dgm:prSet presAssocID="{B9FC2550-9BF3-4C7E-923A-D4886E6B64EF}" presName="horzSpace2" presStyleCnt="0"/>
      <dgm:spPr/>
    </dgm:pt>
    <dgm:pt modelId="{8699C27B-440D-C848-A411-84C2A8E9CDA7}" type="pres">
      <dgm:prSet presAssocID="{B9FC2550-9BF3-4C7E-923A-D4886E6B64EF}" presName="tx2" presStyleLbl="revTx" presStyleIdx="1" presStyleCnt="7"/>
      <dgm:spPr/>
    </dgm:pt>
    <dgm:pt modelId="{298BFC15-97B8-0443-8731-055832FED645}" type="pres">
      <dgm:prSet presAssocID="{B9FC2550-9BF3-4C7E-923A-D4886E6B64EF}" presName="vert2" presStyleCnt="0"/>
      <dgm:spPr/>
    </dgm:pt>
    <dgm:pt modelId="{E9EF9BDE-C858-DB46-87FF-51422CB4C861}" type="pres">
      <dgm:prSet presAssocID="{B9FC2550-9BF3-4C7E-923A-D4886E6B64EF}" presName="thinLine2b" presStyleLbl="callout" presStyleIdx="0" presStyleCnt="5"/>
      <dgm:spPr/>
    </dgm:pt>
    <dgm:pt modelId="{A334E09A-48E6-234E-B5E6-9D1E620C6A1E}" type="pres">
      <dgm:prSet presAssocID="{B9FC2550-9BF3-4C7E-923A-D4886E6B64EF}" presName="vertSpace2b" presStyleCnt="0"/>
      <dgm:spPr/>
    </dgm:pt>
    <dgm:pt modelId="{114B2946-770D-8A43-80B1-3E4903783DB8}" type="pres">
      <dgm:prSet presAssocID="{ABCAD5B5-95DC-421B-84D2-6C140E3B2E6F}" presName="horz2" presStyleCnt="0"/>
      <dgm:spPr/>
    </dgm:pt>
    <dgm:pt modelId="{069B2E0A-39DD-FF45-918F-A54F7FE790EA}" type="pres">
      <dgm:prSet presAssocID="{ABCAD5B5-95DC-421B-84D2-6C140E3B2E6F}" presName="horzSpace2" presStyleCnt="0"/>
      <dgm:spPr/>
    </dgm:pt>
    <dgm:pt modelId="{2253B87D-0CA7-2442-A2F4-DA9D2B794707}" type="pres">
      <dgm:prSet presAssocID="{ABCAD5B5-95DC-421B-84D2-6C140E3B2E6F}" presName="tx2" presStyleLbl="revTx" presStyleIdx="2" presStyleCnt="7"/>
      <dgm:spPr/>
    </dgm:pt>
    <dgm:pt modelId="{B2B4CDD3-AB4E-9D4F-9D2A-DA2DB37E4897}" type="pres">
      <dgm:prSet presAssocID="{ABCAD5B5-95DC-421B-84D2-6C140E3B2E6F}" presName="vert2" presStyleCnt="0"/>
      <dgm:spPr/>
    </dgm:pt>
    <dgm:pt modelId="{7FEAC701-875B-0E45-987E-97F5E973018B}" type="pres">
      <dgm:prSet presAssocID="{ABCAD5B5-95DC-421B-84D2-6C140E3B2E6F}" presName="thinLine2b" presStyleLbl="callout" presStyleIdx="1" presStyleCnt="5"/>
      <dgm:spPr/>
    </dgm:pt>
    <dgm:pt modelId="{6870C302-1733-2740-A53B-7080B27A2DAF}" type="pres">
      <dgm:prSet presAssocID="{ABCAD5B5-95DC-421B-84D2-6C140E3B2E6F}" presName="vertSpace2b" presStyleCnt="0"/>
      <dgm:spPr/>
    </dgm:pt>
    <dgm:pt modelId="{0D62B744-B179-C24D-995A-7EE90F120B3C}" type="pres">
      <dgm:prSet presAssocID="{2390056D-84E7-4DAA-85ED-D7490D9D32BD}" presName="horz2" presStyleCnt="0"/>
      <dgm:spPr/>
    </dgm:pt>
    <dgm:pt modelId="{6D3CCE42-94FE-DA41-A403-AAC11999D562}" type="pres">
      <dgm:prSet presAssocID="{2390056D-84E7-4DAA-85ED-D7490D9D32BD}" presName="horzSpace2" presStyleCnt="0"/>
      <dgm:spPr/>
    </dgm:pt>
    <dgm:pt modelId="{3E4DC233-E55D-094D-BCEE-F4FD1E6ACF68}" type="pres">
      <dgm:prSet presAssocID="{2390056D-84E7-4DAA-85ED-D7490D9D32BD}" presName="tx2" presStyleLbl="revTx" presStyleIdx="3" presStyleCnt="7"/>
      <dgm:spPr/>
    </dgm:pt>
    <dgm:pt modelId="{83B19087-3F61-D34C-AB20-6AA54DA44C93}" type="pres">
      <dgm:prSet presAssocID="{2390056D-84E7-4DAA-85ED-D7490D9D32BD}" presName="vert2" presStyleCnt="0"/>
      <dgm:spPr/>
    </dgm:pt>
    <dgm:pt modelId="{3B704E49-05A7-C642-B6C5-BD604B9E2E74}" type="pres">
      <dgm:prSet presAssocID="{2390056D-84E7-4DAA-85ED-D7490D9D32BD}" presName="thinLine2b" presStyleLbl="callout" presStyleIdx="2" presStyleCnt="5"/>
      <dgm:spPr/>
    </dgm:pt>
    <dgm:pt modelId="{72DA9608-0828-EA4A-937C-C41D2266F918}" type="pres">
      <dgm:prSet presAssocID="{2390056D-84E7-4DAA-85ED-D7490D9D32BD}" presName="vertSpace2b" presStyleCnt="0"/>
      <dgm:spPr/>
    </dgm:pt>
    <dgm:pt modelId="{E0E32635-4FAF-5C47-8436-9B3CB02567E5}" type="pres">
      <dgm:prSet presAssocID="{6A4888A7-D922-4D8F-879F-AD0DD9455A82}" presName="thickLine" presStyleLbl="alignNode1" presStyleIdx="1" presStyleCnt="2"/>
      <dgm:spPr/>
    </dgm:pt>
    <dgm:pt modelId="{67D6684C-3518-964A-8CAC-2A44B55EF6DE}" type="pres">
      <dgm:prSet presAssocID="{6A4888A7-D922-4D8F-879F-AD0DD9455A82}" presName="horz1" presStyleCnt="0"/>
      <dgm:spPr/>
    </dgm:pt>
    <dgm:pt modelId="{3300F37E-0FAB-004B-9F13-EAEA0E81F6C5}" type="pres">
      <dgm:prSet presAssocID="{6A4888A7-D922-4D8F-879F-AD0DD9455A82}" presName="tx1" presStyleLbl="revTx" presStyleIdx="4" presStyleCnt="7"/>
      <dgm:spPr/>
    </dgm:pt>
    <dgm:pt modelId="{269E2522-624D-1E42-AE27-CCAF01F6D06D}" type="pres">
      <dgm:prSet presAssocID="{6A4888A7-D922-4D8F-879F-AD0DD9455A82}" presName="vert1" presStyleCnt="0"/>
      <dgm:spPr/>
    </dgm:pt>
    <dgm:pt modelId="{275FBACD-174C-0247-825D-1E8D41BE9CDA}" type="pres">
      <dgm:prSet presAssocID="{F54F435A-1B34-4976-85D7-A0C3C96EE538}" presName="vertSpace2a" presStyleCnt="0"/>
      <dgm:spPr/>
    </dgm:pt>
    <dgm:pt modelId="{CC3BF4F1-7BB9-844E-9F9B-67E83D762FDD}" type="pres">
      <dgm:prSet presAssocID="{F54F435A-1B34-4976-85D7-A0C3C96EE538}" presName="horz2" presStyleCnt="0"/>
      <dgm:spPr/>
    </dgm:pt>
    <dgm:pt modelId="{E1BEFEEE-ACC4-9449-84DB-DE0D52DEC094}" type="pres">
      <dgm:prSet presAssocID="{F54F435A-1B34-4976-85D7-A0C3C96EE538}" presName="horzSpace2" presStyleCnt="0"/>
      <dgm:spPr/>
    </dgm:pt>
    <dgm:pt modelId="{114AFF09-08F5-4B46-885D-97FCDBC127E4}" type="pres">
      <dgm:prSet presAssocID="{F54F435A-1B34-4976-85D7-A0C3C96EE538}" presName="tx2" presStyleLbl="revTx" presStyleIdx="5" presStyleCnt="7"/>
      <dgm:spPr/>
    </dgm:pt>
    <dgm:pt modelId="{797CE5A9-C089-A344-90D0-7C19A046FED4}" type="pres">
      <dgm:prSet presAssocID="{F54F435A-1B34-4976-85D7-A0C3C96EE538}" presName="vert2" presStyleCnt="0"/>
      <dgm:spPr/>
    </dgm:pt>
    <dgm:pt modelId="{ACBC00F4-ACEE-C542-94D2-F8E043B7939E}" type="pres">
      <dgm:prSet presAssocID="{F54F435A-1B34-4976-85D7-A0C3C96EE538}" presName="thinLine2b" presStyleLbl="callout" presStyleIdx="3" presStyleCnt="5"/>
      <dgm:spPr/>
    </dgm:pt>
    <dgm:pt modelId="{862AD9D6-5D4A-9C4E-86AE-6678EF44A913}" type="pres">
      <dgm:prSet presAssocID="{F54F435A-1B34-4976-85D7-A0C3C96EE538}" presName="vertSpace2b" presStyleCnt="0"/>
      <dgm:spPr/>
    </dgm:pt>
    <dgm:pt modelId="{26A7CA04-0415-364F-A9FD-C24BD68BC931}" type="pres">
      <dgm:prSet presAssocID="{491BB5CA-C396-406C-A177-84F1A4CE7862}" presName="horz2" presStyleCnt="0"/>
      <dgm:spPr/>
    </dgm:pt>
    <dgm:pt modelId="{CD2887D6-9947-6B40-ADCC-37A77F7A8FB3}" type="pres">
      <dgm:prSet presAssocID="{491BB5CA-C396-406C-A177-84F1A4CE7862}" presName="horzSpace2" presStyleCnt="0"/>
      <dgm:spPr/>
    </dgm:pt>
    <dgm:pt modelId="{2B018536-D299-7445-9387-4A7FA82A7FED}" type="pres">
      <dgm:prSet presAssocID="{491BB5CA-C396-406C-A177-84F1A4CE7862}" presName="tx2" presStyleLbl="revTx" presStyleIdx="6" presStyleCnt="7"/>
      <dgm:spPr/>
    </dgm:pt>
    <dgm:pt modelId="{9CBD3A8D-F92E-7645-A2AB-81F6346F9F3E}" type="pres">
      <dgm:prSet presAssocID="{491BB5CA-C396-406C-A177-84F1A4CE7862}" presName="vert2" presStyleCnt="0"/>
      <dgm:spPr/>
    </dgm:pt>
    <dgm:pt modelId="{311FB417-3C62-0E45-926D-7F20090278D1}" type="pres">
      <dgm:prSet presAssocID="{491BB5CA-C396-406C-A177-84F1A4CE7862}" presName="thinLine2b" presStyleLbl="callout" presStyleIdx="4" presStyleCnt="5"/>
      <dgm:spPr/>
    </dgm:pt>
    <dgm:pt modelId="{9181F58D-AD21-5D4A-B398-464448700F0B}" type="pres">
      <dgm:prSet presAssocID="{491BB5CA-C396-406C-A177-84F1A4CE7862}" presName="vertSpace2b" presStyleCnt="0"/>
      <dgm:spPr/>
    </dgm:pt>
  </dgm:ptLst>
  <dgm:cxnLst>
    <dgm:cxn modelId="{86CEC915-ED40-4A47-A895-81E2EE1E7132}" srcId="{1DFA8A3C-0F96-4696-908F-06EDE7979E08}" destId="{2390056D-84E7-4DAA-85ED-D7490D9D32BD}" srcOrd="2" destOrd="0" parTransId="{7742B04F-8BAD-4839-B7CD-FDC9CD08593E}" sibTransId="{D18D91E1-B8BC-4B89-90DC-9A1B237FD686}"/>
    <dgm:cxn modelId="{DB897F17-9E16-4BEA-A1F2-04E18455E88C}" srcId="{C06BF69D-3ECC-45C2-978B-CAC7D63A32D5}" destId="{6A4888A7-D922-4D8F-879F-AD0DD9455A82}" srcOrd="1" destOrd="0" parTransId="{2EA318D4-603B-458D-B407-B99FAE7A33FB}" sibTransId="{AF40E034-BD11-4F0D-B657-E94613BAA494}"/>
    <dgm:cxn modelId="{FBD2B21A-A42A-43BD-8644-A0AACFF323E3}" srcId="{6A4888A7-D922-4D8F-879F-AD0DD9455A82}" destId="{F54F435A-1B34-4976-85D7-A0C3C96EE538}" srcOrd="0" destOrd="0" parTransId="{BD2A6D8C-D5D4-47D0-A2CF-1C83FFCCD89A}" sibTransId="{D21CCBC7-EDAE-4C25-BFF1-96307614CEDF}"/>
    <dgm:cxn modelId="{DAC7A324-0D5D-49E5-9922-04E40B49E853}" srcId="{6A4888A7-D922-4D8F-879F-AD0DD9455A82}" destId="{491BB5CA-C396-406C-A177-84F1A4CE7862}" srcOrd="1" destOrd="0" parTransId="{926B4B46-5F8F-44E3-85A3-B641A59A859D}" sibTransId="{62040281-6A9C-4D4C-BB3D-DB67366C2600}"/>
    <dgm:cxn modelId="{4A0F6F2E-55F8-C845-95F1-64B515BF1C89}" type="presOf" srcId="{2390056D-84E7-4DAA-85ED-D7490D9D32BD}" destId="{3E4DC233-E55D-094D-BCEE-F4FD1E6ACF68}" srcOrd="0" destOrd="0" presId="urn:microsoft.com/office/officeart/2008/layout/LinedList"/>
    <dgm:cxn modelId="{9B1B2E2F-3410-D74A-88AD-1019E0C8066A}" type="presOf" srcId="{B9FC2550-9BF3-4C7E-923A-D4886E6B64EF}" destId="{8699C27B-440D-C848-A411-84C2A8E9CDA7}" srcOrd="0" destOrd="0" presId="urn:microsoft.com/office/officeart/2008/layout/LinedList"/>
    <dgm:cxn modelId="{58840C3E-467A-4D41-A6AD-4DCAE2A37584}" type="presOf" srcId="{6A4888A7-D922-4D8F-879F-AD0DD9455A82}" destId="{3300F37E-0FAB-004B-9F13-EAEA0E81F6C5}" srcOrd="0" destOrd="0" presId="urn:microsoft.com/office/officeart/2008/layout/LinedList"/>
    <dgm:cxn modelId="{6D636F56-48F9-49DA-AEDF-0E934594DF1D}" srcId="{1DFA8A3C-0F96-4696-908F-06EDE7979E08}" destId="{ABCAD5B5-95DC-421B-84D2-6C140E3B2E6F}" srcOrd="1" destOrd="0" parTransId="{E3C9D7E2-27BB-4726-8F4D-900FFB993242}" sibTransId="{F1EB4E21-13E4-4DB6-AE14-921CC3C420EF}"/>
    <dgm:cxn modelId="{0626065A-A1A0-3B4D-94DF-63DE68552A7F}" type="presOf" srcId="{F54F435A-1B34-4976-85D7-A0C3C96EE538}" destId="{114AFF09-08F5-4B46-885D-97FCDBC127E4}" srcOrd="0" destOrd="0" presId="urn:microsoft.com/office/officeart/2008/layout/LinedList"/>
    <dgm:cxn modelId="{54FC4D67-9F2C-5B41-9AF8-744EE81DCB20}" type="presOf" srcId="{491BB5CA-C396-406C-A177-84F1A4CE7862}" destId="{2B018536-D299-7445-9387-4A7FA82A7FED}" srcOrd="0" destOrd="0" presId="urn:microsoft.com/office/officeart/2008/layout/LinedList"/>
    <dgm:cxn modelId="{D80B68AE-9EA6-A547-8108-B1A01B223EA4}" type="presOf" srcId="{C06BF69D-3ECC-45C2-978B-CAC7D63A32D5}" destId="{88B3C21E-3555-A147-9E42-A62C358FB66E}" srcOrd="0" destOrd="0" presId="urn:microsoft.com/office/officeart/2008/layout/LinedList"/>
    <dgm:cxn modelId="{876285C1-D446-464A-8A53-332F68AF6F2A}" type="presOf" srcId="{1DFA8A3C-0F96-4696-908F-06EDE7979E08}" destId="{6529BB88-15BF-4540-A3B6-21EE4BB5C515}" srcOrd="0" destOrd="0" presId="urn:microsoft.com/office/officeart/2008/layout/LinedList"/>
    <dgm:cxn modelId="{03B832CE-4A24-4742-B625-6A110F216F62}" type="presOf" srcId="{ABCAD5B5-95DC-421B-84D2-6C140E3B2E6F}" destId="{2253B87D-0CA7-2442-A2F4-DA9D2B794707}" srcOrd="0" destOrd="0" presId="urn:microsoft.com/office/officeart/2008/layout/LinedList"/>
    <dgm:cxn modelId="{5F30ACE3-6BA8-47DD-B88C-DC26797B09E0}" srcId="{C06BF69D-3ECC-45C2-978B-CAC7D63A32D5}" destId="{1DFA8A3C-0F96-4696-908F-06EDE7979E08}" srcOrd="0" destOrd="0" parTransId="{2317D9DC-EB1E-450E-88C3-F4EDB36617ED}" sibTransId="{BC88A950-060C-4B7D-ABC7-62EBA59D5DE1}"/>
    <dgm:cxn modelId="{AA5FB3F7-2611-4A02-A699-C37F6609095F}" srcId="{1DFA8A3C-0F96-4696-908F-06EDE7979E08}" destId="{B9FC2550-9BF3-4C7E-923A-D4886E6B64EF}" srcOrd="0" destOrd="0" parTransId="{5457455F-21D6-4AB9-AD52-4F88E30BDAA6}" sibTransId="{F017E34B-973B-4850-9521-0FE9ABCA9241}"/>
    <dgm:cxn modelId="{1FCBCE93-19E1-4D46-BB34-8D6D58D2D5A5}" type="presParOf" srcId="{88B3C21E-3555-A147-9E42-A62C358FB66E}" destId="{06178E9E-E103-384F-A34B-D22AA4277B5B}" srcOrd="0" destOrd="0" presId="urn:microsoft.com/office/officeart/2008/layout/LinedList"/>
    <dgm:cxn modelId="{1B406CBE-414C-B640-816C-35533A3EC835}" type="presParOf" srcId="{88B3C21E-3555-A147-9E42-A62C358FB66E}" destId="{96F52074-7A7D-8B43-A7D1-AD6E4C83F455}" srcOrd="1" destOrd="0" presId="urn:microsoft.com/office/officeart/2008/layout/LinedList"/>
    <dgm:cxn modelId="{854BB118-EAE5-8E4A-85E6-6A3F7DCEF7AA}" type="presParOf" srcId="{96F52074-7A7D-8B43-A7D1-AD6E4C83F455}" destId="{6529BB88-15BF-4540-A3B6-21EE4BB5C515}" srcOrd="0" destOrd="0" presId="urn:microsoft.com/office/officeart/2008/layout/LinedList"/>
    <dgm:cxn modelId="{3A41ECA1-F72A-9544-A041-5353BEDF88F6}" type="presParOf" srcId="{96F52074-7A7D-8B43-A7D1-AD6E4C83F455}" destId="{6B954058-A106-614F-8029-CF519F7E11A2}" srcOrd="1" destOrd="0" presId="urn:microsoft.com/office/officeart/2008/layout/LinedList"/>
    <dgm:cxn modelId="{A3118619-C9C1-D048-AD45-A4603EE211FC}" type="presParOf" srcId="{6B954058-A106-614F-8029-CF519F7E11A2}" destId="{540F6301-B40C-844E-BC43-5B43A91EED17}" srcOrd="0" destOrd="0" presId="urn:microsoft.com/office/officeart/2008/layout/LinedList"/>
    <dgm:cxn modelId="{C749A401-D774-7A46-ABD2-608B68752ED3}" type="presParOf" srcId="{6B954058-A106-614F-8029-CF519F7E11A2}" destId="{211938F7-91A5-1A41-A9A8-8EDE5502726F}" srcOrd="1" destOrd="0" presId="urn:microsoft.com/office/officeart/2008/layout/LinedList"/>
    <dgm:cxn modelId="{7886C25B-F23D-D54C-A652-4EF76547871E}" type="presParOf" srcId="{211938F7-91A5-1A41-A9A8-8EDE5502726F}" destId="{0D963DCF-6DB8-3545-B072-C1CBD6A64C56}" srcOrd="0" destOrd="0" presId="urn:microsoft.com/office/officeart/2008/layout/LinedList"/>
    <dgm:cxn modelId="{47A34BFD-5ED7-444E-BC57-366EBCFA5BAC}" type="presParOf" srcId="{211938F7-91A5-1A41-A9A8-8EDE5502726F}" destId="{8699C27B-440D-C848-A411-84C2A8E9CDA7}" srcOrd="1" destOrd="0" presId="urn:microsoft.com/office/officeart/2008/layout/LinedList"/>
    <dgm:cxn modelId="{BCA1046D-F31E-A549-867F-A1F35858143A}" type="presParOf" srcId="{211938F7-91A5-1A41-A9A8-8EDE5502726F}" destId="{298BFC15-97B8-0443-8731-055832FED645}" srcOrd="2" destOrd="0" presId="urn:microsoft.com/office/officeart/2008/layout/LinedList"/>
    <dgm:cxn modelId="{54C09381-34E9-B54E-8B44-8E8BF5C2442B}" type="presParOf" srcId="{6B954058-A106-614F-8029-CF519F7E11A2}" destId="{E9EF9BDE-C858-DB46-87FF-51422CB4C861}" srcOrd="2" destOrd="0" presId="urn:microsoft.com/office/officeart/2008/layout/LinedList"/>
    <dgm:cxn modelId="{BA76002E-8C37-9F46-878D-9EAB32E6FB4F}" type="presParOf" srcId="{6B954058-A106-614F-8029-CF519F7E11A2}" destId="{A334E09A-48E6-234E-B5E6-9D1E620C6A1E}" srcOrd="3" destOrd="0" presId="urn:microsoft.com/office/officeart/2008/layout/LinedList"/>
    <dgm:cxn modelId="{20827DD4-70E3-8C47-8DAD-540995E46100}" type="presParOf" srcId="{6B954058-A106-614F-8029-CF519F7E11A2}" destId="{114B2946-770D-8A43-80B1-3E4903783DB8}" srcOrd="4" destOrd="0" presId="urn:microsoft.com/office/officeart/2008/layout/LinedList"/>
    <dgm:cxn modelId="{9C0C9F67-FE0D-B045-A08E-6B806B588E76}" type="presParOf" srcId="{114B2946-770D-8A43-80B1-3E4903783DB8}" destId="{069B2E0A-39DD-FF45-918F-A54F7FE790EA}" srcOrd="0" destOrd="0" presId="urn:microsoft.com/office/officeart/2008/layout/LinedList"/>
    <dgm:cxn modelId="{FECCAD5C-BDA0-CD41-AA7F-B8E1458CCC2F}" type="presParOf" srcId="{114B2946-770D-8A43-80B1-3E4903783DB8}" destId="{2253B87D-0CA7-2442-A2F4-DA9D2B794707}" srcOrd="1" destOrd="0" presId="urn:microsoft.com/office/officeart/2008/layout/LinedList"/>
    <dgm:cxn modelId="{14EBF6E0-75D1-FB46-9997-0D0EA0F89249}" type="presParOf" srcId="{114B2946-770D-8A43-80B1-3E4903783DB8}" destId="{B2B4CDD3-AB4E-9D4F-9D2A-DA2DB37E4897}" srcOrd="2" destOrd="0" presId="urn:microsoft.com/office/officeart/2008/layout/LinedList"/>
    <dgm:cxn modelId="{278094AB-E33B-A947-BB96-5974710A742D}" type="presParOf" srcId="{6B954058-A106-614F-8029-CF519F7E11A2}" destId="{7FEAC701-875B-0E45-987E-97F5E973018B}" srcOrd="5" destOrd="0" presId="urn:microsoft.com/office/officeart/2008/layout/LinedList"/>
    <dgm:cxn modelId="{CE2695E1-C75D-F74B-A3BB-D46EF5D0F509}" type="presParOf" srcId="{6B954058-A106-614F-8029-CF519F7E11A2}" destId="{6870C302-1733-2740-A53B-7080B27A2DAF}" srcOrd="6" destOrd="0" presId="urn:microsoft.com/office/officeart/2008/layout/LinedList"/>
    <dgm:cxn modelId="{ED4B16A3-ADDC-7E41-A828-42F862172927}" type="presParOf" srcId="{6B954058-A106-614F-8029-CF519F7E11A2}" destId="{0D62B744-B179-C24D-995A-7EE90F120B3C}" srcOrd="7" destOrd="0" presId="urn:microsoft.com/office/officeart/2008/layout/LinedList"/>
    <dgm:cxn modelId="{F6A38EF8-87F6-1C4A-95BC-C13F73FECF33}" type="presParOf" srcId="{0D62B744-B179-C24D-995A-7EE90F120B3C}" destId="{6D3CCE42-94FE-DA41-A403-AAC11999D562}" srcOrd="0" destOrd="0" presId="urn:microsoft.com/office/officeart/2008/layout/LinedList"/>
    <dgm:cxn modelId="{EE5B6194-A48A-DA45-88D9-19EAE26BA688}" type="presParOf" srcId="{0D62B744-B179-C24D-995A-7EE90F120B3C}" destId="{3E4DC233-E55D-094D-BCEE-F4FD1E6ACF68}" srcOrd="1" destOrd="0" presId="urn:microsoft.com/office/officeart/2008/layout/LinedList"/>
    <dgm:cxn modelId="{4ED73975-29E0-C24A-BB73-A7A409923191}" type="presParOf" srcId="{0D62B744-B179-C24D-995A-7EE90F120B3C}" destId="{83B19087-3F61-D34C-AB20-6AA54DA44C93}" srcOrd="2" destOrd="0" presId="urn:microsoft.com/office/officeart/2008/layout/LinedList"/>
    <dgm:cxn modelId="{F34B2CE1-4C99-0C4A-8E31-26ECEDA0CBA3}" type="presParOf" srcId="{6B954058-A106-614F-8029-CF519F7E11A2}" destId="{3B704E49-05A7-C642-B6C5-BD604B9E2E74}" srcOrd="8" destOrd="0" presId="urn:microsoft.com/office/officeart/2008/layout/LinedList"/>
    <dgm:cxn modelId="{3113027E-C941-0B49-B67F-F66494610A20}" type="presParOf" srcId="{6B954058-A106-614F-8029-CF519F7E11A2}" destId="{72DA9608-0828-EA4A-937C-C41D2266F918}" srcOrd="9" destOrd="0" presId="urn:microsoft.com/office/officeart/2008/layout/LinedList"/>
    <dgm:cxn modelId="{98DAA49C-6525-7B4A-BB8C-7B738EFF959F}" type="presParOf" srcId="{88B3C21E-3555-A147-9E42-A62C358FB66E}" destId="{E0E32635-4FAF-5C47-8436-9B3CB02567E5}" srcOrd="2" destOrd="0" presId="urn:microsoft.com/office/officeart/2008/layout/LinedList"/>
    <dgm:cxn modelId="{D3A45635-B140-4E4F-99CB-EF8274D932AC}" type="presParOf" srcId="{88B3C21E-3555-A147-9E42-A62C358FB66E}" destId="{67D6684C-3518-964A-8CAC-2A44B55EF6DE}" srcOrd="3" destOrd="0" presId="urn:microsoft.com/office/officeart/2008/layout/LinedList"/>
    <dgm:cxn modelId="{FA508643-0CA4-354B-9CA8-AE9F94748AAE}" type="presParOf" srcId="{67D6684C-3518-964A-8CAC-2A44B55EF6DE}" destId="{3300F37E-0FAB-004B-9F13-EAEA0E81F6C5}" srcOrd="0" destOrd="0" presId="urn:microsoft.com/office/officeart/2008/layout/LinedList"/>
    <dgm:cxn modelId="{7A95D871-4F5A-7C4F-B6EE-2598BE050E8F}" type="presParOf" srcId="{67D6684C-3518-964A-8CAC-2A44B55EF6DE}" destId="{269E2522-624D-1E42-AE27-CCAF01F6D06D}" srcOrd="1" destOrd="0" presId="urn:microsoft.com/office/officeart/2008/layout/LinedList"/>
    <dgm:cxn modelId="{46F2B681-9BEC-ED45-9F3C-ED333CADAF0D}" type="presParOf" srcId="{269E2522-624D-1E42-AE27-CCAF01F6D06D}" destId="{275FBACD-174C-0247-825D-1E8D41BE9CDA}" srcOrd="0" destOrd="0" presId="urn:microsoft.com/office/officeart/2008/layout/LinedList"/>
    <dgm:cxn modelId="{812B6359-5774-BD41-87D0-A95CB12BA86D}" type="presParOf" srcId="{269E2522-624D-1E42-AE27-CCAF01F6D06D}" destId="{CC3BF4F1-7BB9-844E-9F9B-67E83D762FDD}" srcOrd="1" destOrd="0" presId="urn:microsoft.com/office/officeart/2008/layout/LinedList"/>
    <dgm:cxn modelId="{2F466B3D-4710-D146-AFB2-F9690D8D5005}" type="presParOf" srcId="{CC3BF4F1-7BB9-844E-9F9B-67E83D762FDD}" destId="{E1BEFEEE-ACC4-9449-84DB-DE0D52DEC094}" srcOrd="0" destOrd="0" presId="urn:microsoft.com/office/officeart/2008/layout/LinedList"/>
    <dgm:cxn modelId="{2617B219-1EE1-CD4D-BB15-4260A56DF6AC}" type="presParOf" srcId="{CC3BF4F1-7BB9-844E-9F9B-67E83D762FDD}" destId="{114AFF09-08F5-4B46-885D-97FCDBC127E4}" srcOrd="1" destOrd="0" presId="urn:microsoft.com/office/officeart/2008/layout/LinedList"/>
    <dgm:cxn modelId="{3B813999-A3F4-4E41-ABBA-64160BC2C3E0}" type="presParOf" srcId="{CC3BF4F1-7BB9-844E-9F9B-67E83D762FDD}" destId="{797CE5A9-C089-A344-90D0-7C19A046FED4}" srcOrd="2" destOrd="0" presId="urn:microsoft.com/office/officeart/2008/layout/LinedList"/>
    <dgm:cxn modelId="{9761CC03-9F09-DC44-AF54-366BD07DAC0F}" type="presParOf" srcId="{269E2522-624D-1E42-AE27-CCAF01F6D06D}" destId="{ACBC00F4-ACEE-C542-94D2-F8E043B7939E}" srcOrd="2" destOrd="0" presId="urn:microsoft.com/office/officeart/2008/layout/LinedList"/>
    <dgm:cxn modelId="{CCECE12B-53BA-2942-974A-94CCC4F48309}" type="presParOf" srcId="{269E2522-624D-1E42-AE27-CCAF01F6D06D}" destId="{862AD9D6-5D4A-9C4E-86AE-6678EF44A913}" srcOrd="3" destOrd="0" presId="urn:microsoft.com/office/officeart/2008/layout/LinedList"/>
    <dgm:cxn modelId="{A2066263-BF3B-D74F-8964-D34BC3DAACF5}" type="presParOf" srcId="{269E2522-624D-1E42-AE27-CCAF01F6D06D}" destId="{26A7CA04-0415-364F-A9FD-C24BD68BC931}" srcOrd="4" destOrd="0" presId="urn:microsoft.com/office/officeart/2008/layout/LinedList"/>
    <dgm:cxn modelId="{68DD4E4E-8E2A-8C40-B7E1-52BCA8D11F24}" type="presParOf" srcId="{26A7CA04-0415-364F-A9FD-C24BD68BC931}" destId="{CD2887D6-9947-6B40-ADCC-37A77F7A8FB3}" srcOrd="0" destOrd="0" presId="urn:microsoft.com/office/officeart/2008/layout/LinedList"/>
    <dgm:cxn modelId="{67CB0F4B-933A-5340-8B8B-D2A7C8D417C4}" type="presParOf" srcId="{26A7CA04-0415-364F-A9FD-C24BD68BC931}" destId="{2B018536-D299-7445-9387-4A7FA82A7FED}" srcOrd="1" destOrd="0" presId="urn:microsoft.com/office/officeart/2008/layout/LinedList"/>
    <dgm:cxn modelId="{5F0D94F9-28E6-BC42-8E49-D4BF4E23443B}" type="presParOf" srcId="{26A7CA04-0415-364F-A9FD-C24BD68BC931}" destId="{9CBD3A8D-F92E-7645-A2AB-81F6346F9F3E}" srcOrd="2" destOrd="0" presId="urn:microsoft.com/office/officeart/2008/layout/LinedList"/>
    <dgm:cxn modelId="{EA03F0B6-3053-B945-9725-A6703C0E569D}" type="presParOf" srcId="{269E2522-624D-1E42-AE27-CCAF01F6D06D}" destId="{311FB417-3C62-0E45-926D-7F20090278D1}" srcOrd="5" destOrd="0" presId="urn:microsoft.com/office/officeart/2008/layout/LinedList"/>
    <dgm:cxn modelId="{FBD4C7E9-A733-A545-B324-E798840E7A00}" type="presParOf" srcId="{269E2522-624D-1E42-AE27-CCAF01F6D06D}" destId="{9181F58D-AD21-5D4A-B398-464448700F0B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0FD417-6551-49EA-8706-EF0E9A12F8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EF7E8EF-51B7-42FC-88C7-A238F7AA57F0}">
      <dgm:prSet/>
      <dgm:spPr/>
      <dgm:t>
        <a:bodyPr/>
        <a:lstStyle/>
        <a:p>
          <a:r>
            <a:rPr lang="en-US" b="1" i="0"/>
            <a:t>Process:</a:t>
          </a:r>
          <a:endParaRPr lang="en-US"/>
        </a:p>
      </dgm:t>
    </dgm:pt>
    <dgm:pt modelId="{5E6FDC3E-5CB8-4788-8FAA-2DDB70C00089}" type="parTrans" cxnId="{649E4E20-B0DF-47E8-AB3B-9BB14FD9DA37}">
      <dgm:prSet/>
      <dgm:spPr/>
      <dgm:t>
        <a:bodyPr/>
        <a:lstStyle/>
        <a:p>
          <a:endParaRPr lang="en-US"/>
        </a:p>
      </dgm:t>
    </dgm:pt>
    <dgm:pt modelId="{6F50EF27-3108-46C4-8ECB-16DF65F79060}" type="sibTrans" cxnId="{649E4E20-B0DF-47E8-AB3B-9BB14FD9DA37}">
      <dgm:prSet/>
      <dgm:spPr/>
      <dgm:t>
        <a:bodyPr/>
        <a:lstStyle/>
        <a:p>
          <a:endParaRPr lang="en-US"/>
        </a:p>
      </dgm:t>
    </dgm:pt>
    <dgm:pt modelId="{1D490012-1851-438F-BF8D-AE5D96565FF1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dirty="0"/>
            <a:t>Convert image to </a:t>
          </a:r>
          <a:r>
            <a:rPr lang="en-US" b="1" i="0" dirty="0"/>
            <a:t>base64 format</a:t>
          </a:r>
          <a:r>
            <a:rPr lang="en-US" b="0" i="0" dirty="0"/>
            <a:t>.</a:t>
          </a:r>
          <a:endParaRPr lang="en-US" dirty="0"/>
        </a:p>
      </dgm:t>
    </dgm:pt>
    <dgm:pt modelId="{8DE8C76E-A4B1-42F7-B8BE-2113BAB031F4}" type="parTrans" cxnId="{D2F4E4C2-2EEB-454F-B94E-41590467A6DB}">
      <dgm:prSet/>
      <dgm:spPr/>
      <dgm:t>
        <a:bodyPr/>
        <a:lstStyle/>
        <a:p>
          <a:endParaRPr lang="en-US"/>
        </a:p>
      </dgm:t>
    </dgm:pt>
    <dgm:pt modelId="{6895A618-D8E6-48B7-AA41-0FCE0EF2FB2C}" type="sibTrans" cxnId="{D2F4E4C2-2EEB-454F-B94E-41590467A6DB}">
      <dgm:prSet/>
      <dgm:spPr/>
      <dgm:t>
        <a:bodyPr/>
        <a:lstStyle/>
        <a:p>
          <a:endParaRPr lang="en-US"/>
        </a:p>
      </dgm:t>
    </dgm:pt>
    <dgm:pt modelId="{D09B7826-7E30-4313-B280-350B5512876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dirty="0"/>
            <a:t>Send request to </a:t>
          </a:r>
          <a:r>
            <a:rPr lang="en-US" b="1" i="0" dirty="0" err="1"/>
            <a:t>Groq</a:t>
          </a:r>
          <a:r>
            <a:rPr lang="en-US" b="1" i="0" dirty="0"/>
            <a:t> API</a:t>
          </a:r>
          <a:r>
            <a:rPr lang="en-US" b="0" i="0" dirty="0"/>
            <a:t>.</a:t>
          </a:r>
          <a:endParaRPr lang="en-US" dirty="0"/>
        </a:p>
      </dgm:t>
    </dgm:pt>
    <dgm:pt modelId="{EDDF1F83-C067-4C1B-BFD7-5506FCF3C490}" type="parTrans" cxnId="{E8BEF67D-BF37-4395-924F-6B3439123373}">
      <dgm:prSet/>
      <dgm:spPr/>
      <dgm:t>
        <a:bodyPr/>
        <a:lstStyle/>
        <a:p>
          <a:endParaRPr lang="en-US"/>
        </a:p>
      </dgm:t>
    </dgm:pt>
    <dgm:pt modelId="{501F1B8A-26B3-4503-B642-7776EAEE71A7}" type="sibTrans" cxnId="{E8BEF67D-BF37-4395-924F-6B3439123373}">
      <dgm:prSet/>
      <dgm:spPr/>
      <dgm:t>
        <a:bodyPr/>
        <a:lstStyle/>
        <a:p>
          <a:endParaRPr lang="en-US"/>
        </a:p>
      </dgm:t>
    </dgm:pt>
    <dgm:pt modelId="{8E69A90E-B57E-4394-9146-A638B86691B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dirty="0"/>
            <a:t>Receive </a:t>
          </a:r>
          <a:r>
            <a:rPr lang="en-US" b="1" i="0" dirty="0"/>
            <a:t>text description</a:t>
          </a:r>
          <a:r>
            <a:rPr lang="en-US" b="0" i="0" dirty="0"/>
            <a:t> (e.g., “A hallway with a door ahead.”).</a:t>
          </a:r>
          <a:endParaRPr lang="en-US" dirty="0"/>
        </a:p>
      </dgm:t>
    </dgm:pt>
    <dgm:pt modelId="{9E156CCB-A97C-4B35-A678-FF578233E9BE}" type="parTrans" cxnId="{38BA3E3F-DBE8-4F7C-8F10-650BDA995AD4}">
      <dgm:prSet/>
      <dgm:spPr/>
      <dgm:t>
        <a:bodyPr/>
        <a:lstStyle/>
        <a:p>
          <a:endParaRPr lang="en-US"/>
        </a:p>
      </dgm:t>
    </dgm:pt>
    <dgm:pt modelId="{96DF1A34-4EA0-4F09-A4B6-BE2CDC466E6E}" type="sibTrans" cxnId="{38BA3E3F-DBE8-4F7C-8F10-650BDA995AD4}">
      <dgm:prSet/>
      <dgm:spPr/>
      <dgm:t>
        <a:bodyPr/>
        <a:lstStyle/>
        <a:p>
          <a:endParaRPr lang="en-US"/>
        </a:p>
      </dgm:t>
    </dgm:pt>
    <dgm:pt modelId="{3BC2A77A-82A1-1B48-9ECE-D8B3EFBF3026}" type="pres">
      <dgm:prSet presAssocID="{910FD417-6551-49EA-8706-EF0E9A12F810}" presName="linear" presStyleCnt="0">
        <dgm:presLayoutVars>
          <dgm:animLvl val="lvl"/>
          <dgm:resizeHandles val="exact"/>
        </dgm:presLayoutVars>
      </dgm:prSet>
      <dgm:spPr/>
    </dgm:pt>
    <dgm:pt modelId="{1847F9A3-D216-6F46-8CD2-647D5B004D5F}" type="pres">
      <dgm:prSet presAssocID="{FEF7E8EF-51B7-42FC-88C7-A238F7AA57F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4418546-D0D2-1040-8F07-4C55BF440B03}" type="pres">
      <dgm:prSet presAssocID="{FEF7E8EF-51B7-42FC-88C7-A238F7AA57F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49E4E20-B0DF-47E8-AB3B-9BB14FD9DA37}" srcId="{910FD417-6551-49EA-8706-EF0E9A12F810}" destId="{FEF7E8EF-51B7-42FC-88C7-A238F7AA57F0}" srcOrd="0" destOrd="0" parTransId="{5E6FDC3E-5CB8-4788-8FAA-2DDB70C00089}" sibTransId="{6F50EF27-3108-46C4-8ECB-16DF65F79060}"/>
    <dgm:cxn modelId="{DB2EED24-494E-5F47-A407-662029A0639F}" type="presOf" srcId="{1D490012-1851-438F-BF8D-AE5D96565FF1}" destId="{54418546-D0D2-1040-8F07-4C55BF440B03}" srcOrd="0" destOrd="0" presId="urn:microsoft.com/office/officeart/2005/8/layout/vList2"/>
    <dgm:cxn modelId="{38BA3E3F-DBE8-4F7C-8F10-650BDA995AD4}" srcId="{FEF7E8EF-51B7-42FC-88C7-A238F7AA57F0}" destId="{8E69A90E-B57E-4394-9146-A638B86691BA}" srcOrd="2" destOrd="0" parTransId="{9E156CCB-A97C-4B35-A678-FF578233E9BE}" sibTransId="{96DF1A34-4EA0-4F09-A4B6-BE2CDC466E6E}"/>
    <dgm:cxn modelId="{CAC67D79-DED9-E444-AD99-F55A56976D8D}" type="presOf" srcId="{8E69A90E-B57E-4394-9146-A638B86691BA}" destId="{54418546-D0D2-1040-8F07-4C55BF440B03}" srcOrd="0" destOrd="2" presId="urn:microsoft.com/office/officeart/2005/8/layout/vList2"/>
    <dgm:cxn modelId="{E8BEF67D-BF37-4395-924F-6B3439123373}" srcId="{FEF7E8EF-51B7-42FC-88C7-A238F7AA57F0}" destId="{D09B7826-7E30-4313-B280-350B55128760}" srcOrd="1" destOrd="0" parTransId="{EDDF1F83-C067-4C1B-BFD7-5506FCF3C490}" sibTransId="{501F1B8A-26B3-4503-B642-7776EAEE71A7}"/>
    <dgm:cxn modelId="{C27BEF93-80F5-3045-A1A1-2349C4F3D7DD}" type="presOf" srcId="{910FD417-6551-49EA-8706-EF0E9A12F810}" destId="{3BC2A77A-82A1-1B48-9ECE-D8B3EFBF3026}" srcOrd="0" destOrd="0" presId="urn:microsoft.com/office/officeart/2005/8/layout/vList2"/>
    <dgm:cxn modelId="{D2F4E4C2-2EEB-454F-B94E-41590467A6DB}" srcId="{FEF7E8EF-51B7-42FC-88C7-A238F7AA57F0}" destId="{1D490012-1851-438F-BF8D-AE5D96565FF1}" srcOrd="0" destOrd="0" parTransId="{8DE8C76E-A4B1-42F7-B8BE-2113BAB031F4}" sibTransId="{6895A618-D8E6-48B7-AA41-0FCE0EF2FB2C}"/>
    <dgm:cxn modelId="{B565CEC4-0DA3-804A-A347-282A1CC0068B}" type="presOf" srcId="{FEF7E8EF-51B7-42FC-88C7-A238F7AA57F0}" destId="{1847F9A3-D216-6F46-8CD2-647D5B004D5F}" srcOrd="0" destOrd="0" presId="urn:microsoft.com/office/officeart/2005/8/layout/vList2"/>
    <dgm:cxn modelId="{185616D2-A63C-9042-B15C-ED2167ABCDF9}" type="presOf" srcId="{D09B7826-7E30-4313-B280-350B55128760}" destId="{54418546-D0D2-1040-8F07-4C55BF440B03}" srcOrd="0" destOrd="1" presId="urn:microsoft.com/office/officeart/2005/8/layout/vList2"/>
    <dgm:cxn modelId="{B319C42D-7DC5-DE40-B964-5FCC060127BE}" type="presParOf" srcId="{3BC2A77A-82A1-1B48-9ECE-D8B3EFBF3026}" destId="{1847F9A3-D216-6F46-8CD2-647D5B004D5F}" srcOrd="0" destOrd="0" presId="urn:microsoft.com/office/officeart/2005/8/layout/vList2"/>
    <dgm:cxn modelId="{37EDA513-871D-7D46-BA6B-FAC8729E2AED}" type="presParOf" srcId="{3BC2A77A-82A1-1B48-9ECE-D8B3EFBF3026}" destId="{54418546-D0D2-1040-8F07-4C55BF440B0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0FD417-6551-49EA-8706-EF0E9A12F8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F7E8EF-51B7-42FC-88C7-A238F7AA57F0}">
      <dgm:prSet/>
      <dgm:spPr/>
      <dgm:t>
        <a:bodyPr/>
        <a:lstStyle/>
        <a:p>
          <a:r>
            <a:rPr lang="en-US" b="1" i="0"/>
            <a:t>Process:</a:t>
          </a:r>
          <a:endParaRPr lang="en-US"/>
        </a:p>
      </dgm:t>
    </dgm:pt>
    <dgm:pt modelId="{5E6FDC3E-5CB8-4788-8FAA-2DDB70C00089}" type="parTrans" cxnId="{649E4E20-B0DF-47E8-AB3B-9BB14FD9DA37}">
      <dgm:prSet/>
      <dgm:spPr/>
      <dgm:t>
        <a:bodyPr/>
        <a:lstStyle/>
        <a:p>
          <a:endParaRPr lang="en-US"/>
        </a:p>
      </dgm:t>
    </dgm:pt>
    <dgm:pt modelId="{6F50EF27-3108-46C4-8ECB-16DF65F79060}" type="sibTrans" cxnId="{649E4E20-B0DF-47E8-AB3B-9BB14FD9DA37}">
      <dgm:prSet/>
      <dgm:spPr/>
      <dgm:t>
        <a:bodyPr/>
        <a:lstStyle/>
        <a:p>
          <a:endParaRPr lang="en-US"/>
        </a:p>
      </dgm:t>
    </dgm:pt>
    <dgm:pt modelId="{DE700E9D-6006-5A4D-99D5-2934639A1D7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u="none" dirty="0"/>
            <a:t>Use </a:t>
          </a:r>
          <a:r>
            <a:rPr lang="en-US" b="1" i="0" u="none" dirty="0" err="1"/>
            <a:t>DeepGram</a:t>
          </a:r>
          <a:r>
            <a:rPr lang="en-US" b="1" i="0" u="none" dirty="0"/>
            <a:t> API</a:t>
          </a:r>
          <a:r>
            <a:rPr lang="en-US" b="0" i="0" u="none" dirty="0"/>
            <a:t> to convert text to speech.</a:t>
          </a:r>
        </a:p>
      </dgm:t>
    </dgm:pt>
    <dgm:pt modelId="{EC02796E-3188-E847-B21C-81082341763E}" type="parTrans" cxnId="{8B951FFC-595E-184A-B055-788FCC1D44E4}">
      <dgm:prSet/>
      <dgm:spPr/>
      <dgm:t>
        <a:bodyPr/>
        <a:lstStyle/>
        <a:p>
          <a:endParaRPr lang="en-US"/>
        </a:p>
      </dgm:t>
    </dgm:pt>
    <dgm:pt modelId="{5FF73C9E-EB4E-E948-97FF-89E65AD47C52}" type="sibTrans" cxnId="{8B951FFC-595E-184A-B055-788FCC1D44E4}">
      <dgm:prSet/>
      <dgm:spPr/>
      <dgm:t>
        <a:bodyPr/>
        <a:lstStyle/>
        <a:p>
          <a:endParaRPr lang="en-US"/>
        </a:p>
      </dgm:t>
    </dgm:pt>
    <dgm:pt modelId="{D57FC078-8F32-5742-9A39-A7B8600B8A2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u="none" dirty="0"/>
            <a:t>Play the generated audio in real-time.</a:t>
          </a:r>
        </a:p>
      </dgm:t>
    </dgm:pt>
    <dgm:pt modelId="{E7878D99-F598-3A47-8802-E5B57E9C32FF}" type="parTrans" cxnId="{8BBEAF1A-7341-C246-B2D7-C5D96E21F7A9}">
      <dgm:prSet/>
      <dgm:spPr/>
      <dgm:t>
        <a:bodyPr/>
        <a:lstStyle/>
        <a:p>
          <a:endParaRPr lang="en-US"/>
        </a:p>
      </dgm:t>
    </dgm:pt>
    <dgm:pt modelId="{D910FA8A-CB64-AE43-91D7-20DB6300BB81}" type="sibTrans" cxnId="{8BBEAF1A-7341-C246-B2D7-C5D96E21F7A9}">
      <dgm:prSet/>
      <dgm:spPr/>
      <dgm:t>
        <a:bodyPr/>
        <a:lstStyle/>
        <a:p>
          <a:endParaRPr lang="en-US"/>
        </a:p>
      </dgm:t>
    </dgm:pt>
    <dgm:pt modelId="{3BC2A77A-82A1-1B48-9ECE-D8B3EFBF3026}" type="pres">
      <dgm:prSet presAssocID="{910FD417-6551-49EA-8706-EF0E9A12F810}" presName="linear" presStyleCnt="0">
        <dgm:presLayoutVars>
          <dgm:animLvl val="lvl"/>
          <dgm:resizeHandles val="exact"/>
        </dgm:presLayoutVars>
      </dgm:prSet>
      <dgm:spPr/>
    </dgm:pt>
    <dgm:pt modelId="{1847F9A3-D216-6F46-8CD2-647D5B004D5F}" type="pres">
      <dgm:prSet presAssocID="{FEF7E8EF-51B7-42FC-88C7-A238F7AA57F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C8385B6-2CC1-4243-B07F-5E87AE5DFAFE}" type="pres">
      <dgm:prSet presAssocID="{FEF7E8EF-51B7-42FC-88C7-A238F7AA57F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CE11F03-D650-FA45-A643-A5FAE77E6EBD}" type="presOf" srcId="{DE700E9D-6006-5A4D-99D5-2934639A1D7A}" destId="{CC8385B6-2CC1-4243-B07F-5E87AE5DFAFE}" srcOrd="0" destOrd="0" presId="urn:microsoft.com/office/officeart/2005/8/layout/vList2"/>
    <dgm:cxn modelId="{8BBEAF1A-7341-C246-B2D7-C5D96E21F7A9}" srcId="{FEF7E8EF-51B7-42FC-88C7-A238F7AA57F0}" destId="{D57FC078-8F32-5742-9A39-A7B8600B8A25}" srcOrd="1" destOrd="0" parTransId="{E7878D99-F598-3A47-8802-E5B57E9C32FF}" sibTransId="{D910FA8A-CB64-AE43-91D7-20DB6300BB81}"/>
    <dgm:cxn modelId="{649E4E20-B0DF-47E8-AB3B-9BB14FD9DA37}" srcId="{910FD417-6551-49EA-8706-EF0E9A12F810}" destId="{FEF7E8EF-51B7-42FC-88C7-A238F7AA57F0}" srcOrd="0" destOrd="0" parTransId="{5E6FDC3E-5CB8-4788-8FAA-2DDB70C00089}" sibTransId="{6F50EF27-3108-46C4-8ECB-16DF65F79060}"/>
    <dgm:cxn modelId="{E3E59790-9A1A-FB47-A87A-E280F888E2AC}" type="presOf" srcId="{D57FC078-8F32-5742-9A39-A7B8600B8A25}" destId="{CC8385B6-2CC1-4243-B07F-5E87AE5DFAFE}" srcOrd="0" destOrd="1" presId="urn:microsoft.com/office/officeart/2005/8/layout/vList2"/>
    <dgm:cxn modelId="{C27BEF93-80F5-3045-A1A1-2349C4F3D7DD}" type="presOf" srcId="{910FD417-6551-49EA-8706-EF0E9A12F810}" destId="{3BC2A77A-82A1-1B48-9ECE-D8B3EFBF3026}" srcOrd="0" destOrd="0" presId="urn:microsoft.com/office/officeart/2005/8/layout/vList2"/>
    <dgm:cxn modelId="{B565CEC4-0DA3-804A-A347-282A1CC0068B}" type="presOf" srcId="{FEF7E8EF-51B7-42FC-88C7-A238F7AA57F0}" destId="{1847F9A3-D216-6F46-8CD2-647D5B004D5F}" srcOrd="0" destOrd="0" presId="urn:microsoft.com/office/officeart/2005/8/layout/vList2"/>
    <dgm:cxn modelId="{8B951FFC-595E-184A-B055-788FCC1D44E4}" srcId="{FEF7E8EF-51B7-42FC-88C7-A238F7AA57F0}" destId="{DE700E9D-6006-5A4D-99D5-2934639A1D7A}" srcOrd="0" destOrd="0" parTransId="{EC02796E-3188-E847-B21C-81082341763E}" sibTransId="{5FF73C9E-EB4E-E948-97FF-89E65AD47C52}"/>
    <dgm:cxn modelId="{B319C42D-7DC5-DE40-B964-5FCC060127BE}" type="presParOf" srcId="{3BC2A77A-82A1-1B48-9ECE-D8B3EFBF3026}" destId="{1847F9A3-D216-6F46-8CD2-647D5B004D5F}" srcOrd="0" destOrd="0" presId="urn:microsoft.com/office/officeart/2005/8/layout/vList2"/>
    <dgm:cxn modelId="{262D7A7A-A713-1746-9E71-5B6E01C22762}" type="presParOf" srcId="{3BC2A77A-82A1-1B48-9ECE-D8B3EFBF3026}" destId="{CC8385B6-2CC1-4243-B07F-5E87AE5DFAF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0FD417-6551-49EA-8706-EF0E9A12F81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F7E8EF-51B7-42FC-88C7-A238F7AA57F0}">
      <dgm:prSet/>
      <dgm:spPr/>
      <dgm:t>
        <a:bodyPr/>
        <a:lstStyle/>
        <a:p>
          <a:r>
            <a:rPr lang="en-US" b="1" dirty="0"/>
            <a:t>Which Option Should We Do First?</a:t>
          </a:r>
          <a:endParaRPr lang="en-US" dirty="0"/>
        </a:p>
      </dgm:t>
    </dgm:pt>
    <dgm:pt modelId="{5E6FDC3E-5CB8-4788-8FAA-2DDB70C00089}" type="parTrans" cxnId="{649E4E20-B0DF-47E8-AB3B-9BB14FD9DA37}">
      <dgm:prSet/>
      <dgm:spPr/>
      <dgm:t>
        <a:bodyPr/>
        <a:lstStyle/>
        <a:p>
          <a:endParaRPr lang="en-US"/>
        </a:p>
      </dgm:t>
    </dgm:pt>
    <dgm:pt modelId="{6F50EF27-3108-46C4-8ECB-16DF65F79060}" type="sibTrans" cxnId="{649E4E20-B0DF-47E8-AB3B-9BB14FD9DA37}">
      <dgm:prSet/>
      <dgm:spPr/>
      <dgm:t>
        <a:bodyPr/>
        <a:lstStyle/>
        <a:p>
          <a:endParaRPr lang="en-US"/>
        </a:p>
      </dgm:t>
    </dgm:pt>
    <dgm:pt modelId="{DE700E9D-6006-5A4D-99D5-2934639A1D7A}">
      <dgm:prSet/>
      <dgm:spPr/>
      <dgm:t>
        <a:bodyPr/>
        <a:lstStyle/>
        <a:p>
          <a:pPr>
            <a:buFont typeface="+mj-lt"/>
            <a:buNone/>
          </a:pPr>
          <a:endParaRPr lang="en-US" b="0" i="0" u="none" dirty="0"/>
        </a:p>
      </dgm:t>
    </dgm:pt>
    <dgm:pt modelId="{EC02796E-3188-E847-B21C-81082341763E}" type="parTrans" cxnId="{8B951FFC-595E-184A-B055-788FCC1D44E4}">
      <dgm:prSet/>
      <dgm:spPr/>
      <dgm:t>
        <a:bodyPr/>
        <a:lstStyle/>
        <a:p>
          <a:endParaRPr lang="en-US"/>
        </a:p>
      </dgm:t>
    </dgm:pt>
    <dgm:pt modelId="{5FF73C9E-EB4E-E948-97FF-89E65AD47C52}" type="sibTrans" cxnId="{8B951FFC-595E-184A-B055-788FCC1D44E4}">
      <dgm:prSet/>
      <dgm:spPr/>
      <dgm:t>
        <a:bodyPr/>
        <a:lstStyle/>
        <a:p>
          <a:endParaRPr lang="en-US"/>
        </a:p>
      </dgm:t>
    </dgm:pt>
    <dgm:pt modelId="{BF0EFA2C-1FA7-6148-9600-79267BFFFA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 think: Start with </a:t>
          </a:r>
          <a:r>
            <a:rPr lang="en-US" b="1" dirty="0"/>
            <a:t>Option 1 (Simple Scene)</a:t>
          </a:r>
          <a:r>
            <a:rPr lang="en-US" dirty="0"/>
            <a:t> to confirm the pipeline.</a:t>
          </a:r>
        </a:p>
      </dgm:t>
    </dgm:pt>
    <dgm:pt modelId="{F4AFDCD2-BEC2-214E-B482-C617573B2EC7}" type="parTrans" cxnId="{8166F2B6-F04E-3048-8C1E-1524B938BAA8}">
      <dgm:prSet/>
      <dgm:spPr/>
      <dgm:t>
        <a:bodyPr/>
        <a:lstStyle/>
        <a:p>
          <a:endParaRPr lang="en-US"/>
        </a:p>
      </dgm:t>
    </dgm:pt>
    <dgm:pt modelId="{C46994F8-C61F-D542-97A6-9ACF35AE4BD1}" type="sibTrans" cxnId="{8166F2B6-F04E-3048-8C1E-1524B938BAA8}">
      <dgm:prSet/>
      <dgm:spPr/>
      <dgm:t>
        <a:bodyPr/>
        <a:lstStyle/>
        <a:p>
          <a:endParaRPr lang="en-US"/>
        </a:p>
      </dgm:t>
    </dgm:pt>
    <dgm:pt modelId="{73739128-9F65-144C-9B77-18A455E7CFF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If successful, move to </a:t>
          </a:r>
          <a:r>
            <a:rPr lang="en-US" b="1" dirty="0"/>
            <a:t>Option 2 (Full Game Integration)</a:t>
          </a:r>
          <a:r>
            <a:rPr lang="en-US" dirty="0"/>
            <a:t>.</a:t>
          </a:r>
        </a:p>
      </dgm:t>
    </dgm:pt>
    <dgm:pt modelId="{E9FAA51B-633B-734B-AE0B-77C27F13FB20}" type="parTrans" cxnId="{B6E63BB3-8927-A849-991B-94775A477704}">
      <dgm:prSet/>
      <dgm:spPr/>
      <dgm:t>
        <a:bodyPr/>
        <a:lstStyle/>
        <a:p>
          <a:endParaRPr lang="en-US"/>
        </a:p>
      </dgm:t>
    </dgm:pt>
    <dgm:pt modelId="{BDC14608-EE77-9145-B09A-E36500BF4F23}" type="sibTrans" cxnId="{B6E63BB3-8927-A849-991B-94775A477704}">
      <dgm:prSet/>
      <dgm:spPr/>
      <dgm:t>
        <a:bodyPr/>
        <a:lstStyle/>
        <a:p>
          <a:endParaRPr lang="en-US"/>
        </a:p>
      </dgm:t>
    </dgm:pt>
    <dgm:pt modelId="{3BC2A77A-82A1-1B48-9ECE-D8B3EFBF3026}" type="pres">
      <dgm:prSet presAssocID="{910FD417-6551-49EA-8706-EF0E9A12F810}" presName="linear" presStyleCnt="0">
        <dgm:presLayoutVars>
          <dgm:animLvl val="lvl"/>
          <dgm:resizeHandles val="exact"/>
        </dgm:presLayoutVars>
      </dgm:prSet>
      <dgm:spPr/>
    </dgm:pt>
    <dgm:pt modelId="{1847F9A3-D216-6F46-8CD2-647D5B004D5F}" type="pres">
      <dgm:prSet presAssocID="{FEF7E8EF-51B7-42FC-88C7-A238F7AA57F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C8385B6-2CC1-4243-B07F-5E87AE5DFAFE}" type="pres">
      <dgm:prSet presAssocID="{FEF7E8EF-51B7-42FC-88C7-A238F7AA57F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CE11F03-D650-FA45-A643-A5FAE77E6EBD}" type="presOf" srcId="{DE700E9D-6006-5A4D-99D5-2934639A1D7A}" destId="{CC8385B6-2CC1-4243-B07F-5E87AE5DFAFE}" srcOrd="0" destOrd="0" presId="urn:microsoft.com/office/officeart/2005/8/layout/vList2"/>
    <dgm:cxn modelId="{511ABB17-969D-BB40-B5F0-1E0A5940F193}" type="presOf" srcId="{BF0EFA2C-1FA7-6148-9600-79267BFFFA4C}" destId="{CC8385B6-2CC1-4243-B07F-5E87AE5DFAFE}" srcOrd="0" destOrd="1" presId="urn:microsoft.com/office/officeart/2005/8/layout/vList2"/>
    <dgm:cxn modelId="{649E4E20-B0DF-47E8-AB3B-9BB14FD9DA37}" srcId="{910FD417-6551-49EA-8706-EF0E9A12F810}" destId="{FEF7E8EF-51B7-42FC-88C7-A238F7AA57F0}" srcOrd="0" destOrd="0" parTransId="{5E6FDC3E-5CB8-4788-8FAA-2DDB70C00089}" sibTransId="{6F50EF27-3108-46C4-8ECB-16DF65F79060}"/>
    <dgm:cxn modelId="{EE3E6D56-B31B-4F40-A3CA-9E9A6256CE04}" type="presOf" srcId="{73739128-9F65-144C-9B77-18A455E7CFFC}" destId="{CC8385B6-2CC1-4243-B07F-5E87AE5DFAFE}" srcOrd="0" destOrd="2" presId="urn:microsoft.com/office/officeart/2005/8/layout/vList2"/>
    <dgm:cxn modelId="{C27BEF93-80F5-3045-A1A1-2349C4F3D7DD}" type="presOf" srcId="{910FD417-6551-49EA-8706-EF0E9A12F810}" destId="{3BC2A77A-82A1-1B48-9ECE-D8B3EFBF3026}" srcOrd="0" destOrd="0" presId="urn:microsoft.com/office/officeart/2005/8/layout/vList2"/>
    <dgm:cxn modelId="{B6E63BB3-8927-A849-991B-94775A477704}" srcId="{FEF7E8EF-51B7-42FC-88C7-A238F7AA57F0}" destId="{73739128-9F65-144C-9B77-18A455E7CFFC}" srcOrd="2" destOrd="0" parTransId="{E9FAA51B-633B-734B-AE0B-77C27F13FB20}" sibTransId="{BDC14608-EE77-9145-B09A-E36500BF4F23}"/>
    <dgm:cxn modelId="{8166F2B6-F04E-3048-8C1E-1524B938BAA8}" srcId="{FEF7E8EF-51B7-42FC-88C7-A238F7AA57F0}" destId="{BF0EFA2C-1FA7-6148-9600-79267BFFFA4C}" srcOrd="1" destOrd="0" parTransId="{F4AFDCD2-BEC2-214E-B482-C617573B2EC7}" sibTransId="{C46994F8-C61F-D542-97A6-9ACF35AE4BD1}"/>
    <dgm:cxn modelId="{B565CEC4-0DA3-804A-A347-282A1CC0068B}" type="presOf" srcId="{FEF7E8EF-51B7-42FC-88C7-A238F7AA57F0}" destId="{1847F9A3-D216-6F46-8CD2-647D5B004D5F}" srcOrd="0" destOrd="0" presId="urn:microsoft.com/office/officeart/2005/8/layout/vList2"/>
    <dgm:cxn modelId="{8B951FFC-595E-184A-B055-788FCC1D44E4}" srcId="{FEF7E8EF-51B7-42FC-88C7-A238F7AA57F0}" destId="{DE700E9D-6006-5A4D-99D5-2934639A1D7A}" srcOrd="0" destOrd="0" parTransId="{EC02796E-3188-E847-B21C-81082341763E}" sibTransId="{5FF73C9E-EB4E-E948-97FF-89E65AD47C52}"/>
    <dgm:cxn modelId="{B319C42D-7DC5-DE40-B964-5FCC060127BE}" type="presParOf" srcId="{3BC2A77A-82A1-1B48-9ECE-D8B3EFBF3026}" destId="{1847F9A3-D216-6F46-8CD2-647D5B004D5F}" srcOrd="0" destOrd="0" presId="urn:microsoft.com/office/officeart/2005/8/layout/vList2"/>
    <dgm:cxn modelId="{262D7A7A-A713-1746-9E71-5B6E01C22762}" type="presParOf" srcId="{3BC2A77A-82A1-1B48-9ECE-D8B3EFBF3026}" destId="{CC8385B6-2CC1-4243-B07F-5E87AE5DFAF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60498-0C63-494C-9B22-BD867D5C3C5D}">
      <dsp:nvSpPr>
        <dsp:cNvPr id="0" name=""/>
        <dsp:cNvSpPr/>
      </dsp:nvSpPr>
      <dsp:spPr>
        <a:xfrm>
          <a:off x="108988" y="13968"/>
          <a:ext cx="1282574" cy="12825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FEF15-A35F-4140-98E9-3B14BECBEB56}">
      <dsp:nvSpPr>
        <dsp:cNvPr id="0" name=""/>
        <dsp:cNvSpPr/>
      </dsp:nvSpPr>
      <dsp:spPr>
        <a:xfrm>
          <a:off x="378329" y="283309"/>
          <a:ext cx="743893" cy="7438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563E4-1039-40F1-B9E1-CB3DC9A22FCE}">
      <dsp:nvSpPr>
        <dsp:cNvPr id="0" name=""/>
        <dsp:cNvSpPr/>
      </dsp:nvSpPr>
      <dsp:spPr>
        <a:xfrm>
          <a:off x="1666401" y="13968"/>
          <a:ext cx="3023212" cy="128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Develop a pipeline that extracts visual information and converts it into speech.</a:t>
          </a:r>
          <a:endParaRPr lang="en-US" sz="2000" kern="1200"/>
        </a:p>
      </dsp:txBody>
      <dsp:txXfrm>
        <a:off x="1666401" y="13968"/>
        <a:ext cx="3023212" cy="1282574"/>
      </dsp:txXfrm>
    </dsp:sp>
    <dsp:sp modelId="{7BDEB98B-CC8D-4668-9E02-4F0FC342471D}">
      <dsp:nvSpPr>
        <dsp:cNvPr id="0" name=""/>
        <dsp:cNvSpPr/>
      </dsp:nvSpPr>
      <dsp:spPr>
        <a:xfrm>
          <a:off x="5216384" y="13968"/>
          <a:ext cx="1282574" cy="12825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9283B6-4ADB-4726-8A5B-43C2C8B4D511}">
      <dsp:nvSpPr>
        <dsp:cNvPr id="0" name=""/>
        <dsp:cNvSpPr/>
      </dsp:nvSpPr>
      <dsp:spPr>
        <a:xfrm>
          <a:off x="5485725" y="283309"/>
          <a:ext cx="743893" cy="7438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9A84F-21DB-440B-934F-C83CDE26D62E}">
      <dsp:nvSpPr>
        <dsp:cNvPr id="0" name=""/>
        <dsp:cNvSpPr/>
      </dsp:nvSpPr>
      <dsp:spPr>
        <a:xfrm>
          <a:off x="6773797" y="13968"/>
          <a:ext cx="3023212" cy="128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Utilize </a:t>
          </a:r>
          <a:r>
            <a:rPr lang="en-US" sz="2000" b="1" i="0" kern="1200"/>
            <a:t>Groq</a:t>
          </a:r>
          <a:r>
            <a:rPr lang="en-US" sz="2000" b="0" i="0" kern="1200"/>
            <a:t> for image-to-text analysis.</a:t>
          </a:r>
          <a:endParaRPr lang="en-US" sz="2000" kern="1200"/>
        </a:p>
      </dsp:txBody>
      <dsp:txXfrm>
        <a:off x="6773797" y="13968"/>
        <a:ext cx="3023212" cy="1282574"/>
      </dsp:txXfrm>
    </dsp:sp>
    <dsp:sp modelId="{B9F582DB-A0BC-4643-A2B0-2E95D302395C}">
      <dsp:nvSpPr>
        <dsp:cNvPr id="0" name=""/>
        <dsp:cNvSpPr/>
      </dsp:nvSpPr>
      <dsp:spPr>
        <a:xfrm>
          <a:off x="108988" y="1827657"/>
          <a:ext cx="1282574" cy="12825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72457-98DC-4929-B7F3-5CC2E09B7C7E}">
      <dsp:nvSpPr>
        <dsp:cNvPr id="0" name=""/>
        <dsp:cNvSpPr/>
      </dsp:nvSpPr>
      <dsp:spPr>
        <a:xfrm>
          <a:off x="378329" y="2096998"/>
          <a:ext cx="743893" cy="7438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63348-1200-4E18-8EFB-A0420EBFE54F}">
      <dsp:nvSpPr>
        <dsp:cNvPr id="0" name=""/>
        <dsp:cNvSpPr/>
      </dsp:nvSpPr>
      <dsp:spPr>
        <a:xfrm>
          <a:off x="1666401" y="1827657"/>
          <a:ext cx="3023212" cy="128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Use </a:t>
          </a:r>
          <a:r>
            <a:rPr lang="en-US" sz="2000" b="1" i="0" kern="1200"/>
            <a:t>DeepGram Aura</a:t>
          </a:r>
          <a:r>
            <a:rPr lang="en-US" sz="2000" b="0" i="0" kern="1200"/>
            <a:t> for text-to-speech narration.</a:t>
          </a:r>
          <a:endParaRPr lang="en-US" sz="2000" kern="1200"/>
        </a:p>
      </dsp:txBody>
      <dsp:txXfrm>
        <a:off x="1666401" y="1827657"/>
        <a:ext cx="3023212" cy="1282574"/>
      </dsp:txXfrm>
    </dsp:sp>
    <dsp:sp modelId="{CA52EF85-4B5A-4F12-B042-6C00705665DD}">
      <dsp:nvSpPr>
        <dsp:cNvPr id="0" name=""/>
        <dsp:cNvSpPr/>
      </dsp:nvSpPr>
      <dsp:spPr>
        <a:xfrm>
          <a:off x="5216384" y="1827657"/>
          <a:ext cx="1282574" cy="128257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4DB03-D9D5-42C4-AD6E-268597598389}">
      <dsp:nvSpPr>
        <dsp:cNvPr id="0" name=""/>
        <dsp:cNvSpPr/>
      </dsp:nvSpPr>
      <dsp:spPr>
        <a:xfrm>
          <a:off x="5485725" y="2096998"/>
          <a:ext cx="743893" cy="7438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A78F7C-1657-4E02-9FFE-1D7CCCE49B3B}">
      <dsp:nvSpPr>
        <dsp:cNvPr id="0" name=""/>
        <dsp:cNvSpPr/>
      </dsp:nvSpPr>
      <dsp:spPr>
        <a:xfrm>
          <a:off x="6773797" y="1827657"/>
          <a:ext cx="3023212" cy="1282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Prototype and test before integrating into a full game.</a:t>
          </a:r>
          <a:endParaRPr lang="en-US" sz="2000" kern="1200"/>
        </a:p>
      </dsp:txBody>
      <dsp:txXfrm>
        <a:off x="6773797" y="1827657"/>
        <a:ext cx="3023212" cy="1282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2C99CD-9BC1-FB4E-8DD1-FAE6E47BF316}">
      <dsp:nvSpPr>
        <dsp:cNvPr id="0" name=""/>
        <dsp:cNvSpPr/>
      </dsp:nvSpPr>
      <dsp:spPr>
        <a:xfrm rot="5400000">
          <a:off x="5486398" y="-1607818"/>
          <a:ext cx="2499360" cy="633983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v"/>
          </a:pPr>
          <a:r>
            <a:rPr lang="en-US" sz="1900" b="0" i="0" kern="1200" dirty="0"/>
            <a:t>Unity (C#) or Godot (</a:t>
          </a:r>
          <a:r>
            <a:rPr lang="en-US" sz="1900" b="0" i="0" kern="1200" dirty="0" err="1"/>
            <a:t>GDScript</a:t>
          </a:r>
          <a:r>
            <a:rPr lang="en-US" sz="1900" b="0" i="0" kern="1200" dirty="0"/>
            <a:t>)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v"/>
          </a:pPr>
          <a:r>
            <a:rPr lang="en-US" sz="1900" b="0" i="0" kern="1200" dirty="0"/>
            <a:t>Optional: Tiled for grid-based levels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b="1" i="0" kern="1200" dirty="0"/>
            <a:t>Implementation: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dirty="0"/>
            <a:t>Create a basic environment (corridor, room, obstacles).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 dirty="0"/>
            <a:t>Enable first-person movement.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0" i="0" kern="1200"/>
            <a:t>Implement basic collision detection.</a:t>
          </a:r>
          <a:endParaRPr lang="en-US" sz="1900" kern="1200"/>
        </a:p>
      </dsp:txBody>
      <dsp:txXfrm rot="-5400000">
        <a:off x="3566160" y="434429"/>
        <a:ext cx="6217829" cy="2255342"/>
      </dsp:txXfrm>
    </dsp:sp>
    <dsp:sp modelId="{B3A451C9-A853-7A4E-952A-E2665A1C9D32}">
      <dsp:nvSpPr>
        <dsp:cNvPr id="0" name=""/>
        <dsp:cNvSpPr/>
      </dsp:nvSpPr>
      <dsp:spPr>
        <a:xfrm>
          <a:off x="0" y="0"/>
          <a:ext cx="3566159" cy="3124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0" kern="1200"/>
            <a:t>Tools:</a:t>
          </a:r>
          <a:endParaRPr lang="en-US" sz="6500" kern="1200"/>
        </a:p>
      </dsp:txBody>
      <dsp:txXfrm>
        <a:off x="152511" y="152511"/>
        <a:ext cx="3261137" cy="28191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78E9E-E103-384F-A34B-D22AA4277B5B}">
      <dsp:nvSpPr>
        <dsp:cNvPr id="0" name=""/>
        <dsp:cNvSpPr/>
      </dsp:nvSpPr>
      <dsp:spPr>
        <a:xfrm>
          <a:off x="0" y="0"/>
          <a:ext cx="99059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9BB88-15BF-4540-A3B6-21EE4BB5C515}">
      <dsp:nvSpPr>
        <dsp:cNvPr id="0" name=""/>
        <dsp:cNvSpPr/>
      </dsp:nvSpPr>
      <dsp:spPr>
        <a:xfrm>
          <a:off x="0" y="0"/>
          <a:ext cx="1981199" cy="1562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/>
            <a:t>Approach:</a:t>
          </a:r>
          <a:endParaRPr lang="en-US" sz="2600" kern="1200"/>
        </a:p>
      </dsp:txBody>
      <dsp:txXfrm>
        <a:off x="0" y="0"/>
        <a:ext cx="1981199" cy="1562100"/>
      </dsp:txXfrm>
    </dsp:sp>
    <dsp:sp modelId="{8699C27B-440D-C848-A411-84C2A8E9CDA7}">
      <dsp:nvSpPr>
        <dsp:cNvPr id="0" name=""/>
        <dsp:cNvSpPr/>
      </dsp:nvSpPr>
      <dsp:spPr>
        <a:xfrm>
          <a:off x="2129789" y="24407"/>
          <a:ext cx="7776208" cy="48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Capture frames at intervals (e.g., every 0.5s).</a:t>
          </a:r>
          <a:endParaRPr lang="en-US" sz="2000" kern="1200"/>
        </a:p>
      </dsp:txBody>
      <dsp:txXfrm>
        <a:off x="2129789" y="24407"/>
        <a:ext cx="7776208" cy="488156"/>
      </dsp:txXfrm>
    </dsp:sp>
    <dsp:sp modelId="{E9EF9BDE-C858-DB46-87FF-51422CB4C861}">
      <dsp:nvSpPr>
        <dsp:cNvPr id="0" name=""/>
        <dsp:cNvSpPr/>
      </dsp:nvSpPr>
      <dsp:spPr>
        <a:xfrm>
          <a:off x="1981199" y="512564"/>
          <a:ext cx="79247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3B87D-0CA7-2442-A2F4-DA9D2B794707}">
      <dsp:nvSpPr>
        <dsp:cNvPr id="0" name=""/>
        <dsp:cNvSpPr/>
      </dsp:nvSpPr>
      <dsp:spPr>
        <a:xfrm>
          <a:off x="2129789" y="536972"/>
          <a:ext cx="7776208" cy="48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Convert frames into images (PNG, JPEG).</a:t>
          </a:r>
          <a:endParaRPr lang="en-US" sz="2000" kern="1200"/>
        </a:p>
      </dsp:txBody>
      <dsp:txXfrm>
        <a:off x="2129789" y="536972"/>
        <a:ext cx="7776208" cy="488156"/>
      </dsp:txXfrm>
    </dsp:sp>
    <dsp:sp modelId="{7FEAC701-875B-0E45-987E-97F5E973018B}">
      <dsp:nvSpPr>
        <dsp:cNvPr id="0" name=""/>
        <dsp:cNvSpPr/>
      </dsp:nvSpPr>
      <dsp:spPr>
        <a:xfrm>
          <a:off x="1981199" y="1025128"/>
          <a:ext cx="79247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4DC233-E55D-094D-BCEE-F4FD1E6ACF68}">
      <dsp:nvSpPr>
        <dsp:cNvPr id="0" name=""/>
        <dsp:cNvSpPr/>
      </dsp:nvSpPr>
      <dsp:spPr>
        <a:xfrm>
          <a:off x="2129789" y="1049536"/>
          <a:ext cx="7776208" cy="4881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Send images to Groq for processing.</a:t>
          </a:r>
          <a:endParaRPr lang="en-US" sz="2000" kern="1200"/>
        </a:p>
      </dsp:txBody>
      <dsp:txXfrm>
        <a:off x="2129789" y="1049536"/>
        <a:ext cx="7776208" cy="488156"/>
      </dsp:txXfrm>
    </dsp:sp>
    <dsp:sp modelId="{3B704E49-05A7-C642-B6C5-BD604B9E2E74}">
      <dsp:nvSpPr>
        <dsp:cNvPr id="0" name=""/>
        <dsp:cNvSpPr/>
      </dsp:nvSpPr>
      <dsp:spPr>
        <a:xfrm>
          <a:off x="1981199" y="1537692"/>
          <a:ext cx="79247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E32635-4FAF-5C47-8436-9B3CB02567E5}">
      <dsp:nvSpPr>
        <dsp:cNvPr id="0" name=""/>
        <dsp:cNvSpPr/>
      </dsp:nvSpPr>
      <dsp:spPr>
        <a:xfrm>
          <a:off x="0" y="1562100"/>
          <a:ext cx="99059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00F37E-0FAB-004B-9F13-EAEA0E81F6C5}">
      <dsp:nvSpPr>
        <dsp:cNvPr id="0" name=""/>
        <dsp:cNvSpPr/>
      </dsp:nvSpPr>
      <dsp:spPr>
        <a:xfrm>
          <a:off x="0" y="1562100"/>
          <a:ext cx="1981199" cy="1562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/>
            <a:t>Frame Capture Methods:</a:t>
          </a:r>
          <a:endParaRPr lang="en-US" sz="2600" kern="1200"/>
        </a:p>
      </dsp:txBody>
      <dsp:txXfrm>
        <a:off x="0" y="1562100"/>
        <a:ext cx="1981199" cy="1562100"/>
      </dsp:txXfrm>
    </dsp:sp>
    <dsp:sp modelId="{114AFF09-08F5-4B46-885D-97FCDBC127E4}">
      <dsp:nvSpPr>
        <dsp:cNvPr id="0" name=""/>
        <dsp:cNvSpPr/>
      </dsp:nvSpPr>
      <dsp:spPr>
        <a:xfrm>
          <a:off x="2129789" y="1598407"/>
          <a:ext cx="7776208" cy="726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Unity:</a:t>
          </a:r>
          <a:r>
            <a:rPr lang="en-US" sz="2000" b="0" i="0" kern="1200" dirty="0"/>
            <a:t> </a:t>
          </a:r>
          <a:r>
            <a:rPr lang="en-US" sz="2000" b="0" i="0" kern="1200" dirty="0" err="1"/>
            <a:t>ScreenCapture.CaptureScreenshot</a:t>
          </a:r>
          <a:r>
            <a:rPr lang="en-US" sz="2000" b="0" i="0" kern="1200" dirty="0"/>
            <a:t>() or </a:t>
          </a:r>
          <a:r>
            <a:rPr lang="en-US" sz="2000" b="0" i="0" kern="1200" dirty="0" err="1"/>
            <a:t>RenderTexture</a:t>
          </a:r>
          <a:r>
            <a:rPr lang="en-US" sz="2000" b="0" i="0" kern="1200" dirty="0"/>
            <a:t>.</a:t>
          </a:r>
          <a:endParaRPr lang="en-US" sz="2000" kern="1200" dirty="0"/>
        </a:p>
      </dsp:txBody>
      <dsp:txXfrm>
        <a:off x="2129789" y="1598407"/>
        <a:ext cx="7776208" cy="726132"/>
      </dsp:txXfrm>
    </dsp:sp>
    <dsp:sp modelId="{ACBC00F4-ACEE-C542-94D2-F8E043B7939E}">
      <dsp:nvSpPr>
        <dsp:cNvPr id="0" name=""/>
        <dsp:cNvSpPr/>
      </dsp:nvSpPr>
      <dsp:spPr>
        <a:xfrm>
          <a:off x="1981199" y="2324539"/>
          <a:ext cx="79247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018536-D299-7445-9387-4A7FA82A7FED}">
      <dsp:nvSpPr>
        <dsp:cNvPr id="0" name=""/>
        <dsp:cNvSpPr/>
      </dsp:nvSpPr>
      <dsp:spPr>
        <a:xfrm>
          <a:off x="2129789" y="2360846"/>
          <a:ext cx="7776208" cy="726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Godot:</a:t>
          </a:r>
          <a:r>
            <a:rPr lang="en-US" sz="2000" b="0" i="0" kern="1200" dirty="0"/>
            <a:t> </a:t>
          </a:r>
          <a:r>
            <a:rPr lang="en-US" sz="2000" b="0" i="0" kern="1200" dirty="0" err="1"/>
            <a:t>get_viewport</a:t>
          </a:r>
          <a:r>
            <a:rPr lang="en-US" sz="2000" b="0" i="0" kern="1200" dirty="0"/>
            <a:t>().</a:t>
          </a:r>
          <a:r>
            <a:rPr lang="en-US" sz="2000" b="0" i="0" kern="1200" dirty="0" err="1"/>
            <a:t>get_texture</a:t>
          </a:r>
          <a:r>
            <a:rPr lang="en-US" sz="2000" b="0" i="0" kern="1200" dirty="0"/>
            <a:t>().</a:t>
          </a:r>
          <a:r>
            <a:rPr lang="en-US" sz="2000" b="0" i="0" kern="1200" dirty="0" err="1"/>
            <a:t>get_data</a:t>
          </a:r>
          <a:r>
            <a:rPr lang="en-US" sz="2000" b="0" i="0" kern="1200" dirty="0"/>
            <a:t>().</a:t>
          </a:r>
          <a:endParaRPr lang="en-US" sz="2000" kern="1200" dirty="0"/>
        </a:p>
      </dsp:txBody>
      <dsp:txXfrm>
        <a:off x="2129789" y="2360846"/>
        <a:ext cx="7776208" cy="726132"/>
      </dsp:txXfrm>
    </dsp:sp>
    <dsp:sp modelId="{311FB417-3C62-0E45-926D-7F20090278D1}">
      <dsp:nvSpPr>
        <dsp:cNvPr id="0" name=""/>
        <dsp:cNvSpPr/>
      </dsp:nvSpPr>
      <dsp:spPr>
        <a:xfrm>
          <a:off x="1981199" y="3086979"/>
          <a:ext cx="79247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7F9A3-D216-6F46-8CD2-647D5B004D5F}">
      <dsp:nvSpPr>
        <dsp:cNvPr id="0" name=""/>
        <dsp:cNvSpPr/>
      </dsp:nvSpPr>
      <dsp:spPr>
        <a:xfrm>
          <a:off x="0" y="9533"/>
          <a:ext cx="9905998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1" i="0" kern="1200"/>
            <a:t>Process:</a:t>
          </a:r>
          <a:endParaRPr lang="en-US" sz="4100" kern="1200"/>
        </a:p>
      </dsp:txBody>
      <dsp:txXfrm>
        <a:off x="48005" y="57538"/>
        <a:ext cx="9809988" cy="887374"/>
      </dsp:txXfrm>
    </dsp:sp>
    <dsp:sp modelId="{54418546-D0D2-1040-8F07-4C55BF440B03}">
      <dsp:nvSpPr>
        <dsp:cNvPr id="0" name=""/>
        <dsp:cNvSpPr/>
      </dsp:nvSpPr>
      <dsp:spPr>
        <a:xfrm>
          <a:off x="0" y="992918"/>
          <a:ext cx="9905998" cy="2121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3200" b="0" i="0" kern="1200" dirty="0"/>
            <a:t>Convert image to </a:t>
          </a:r>
          <a:r>
            <a:rPr lang="en-US" sz="3200" b="1" i="0" kern="1200" dirty="0"/>
            <a:t>base64 format</a:t>
          </a:r>
          <a:r>
            <a:rPr lang="en-US" sz="3200" b="0" i="0" kern="1200" dirty="0"/>
            <a:t>.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3200" b="0" i="0" kern="1200" dirty="0"/>
            <a:t>Send request to </a:t>
          </a:r>
          <a:r>
            <a:rPr lang="en-US" sz="3200" b="1" i="0" kern="1200" dirty="0" err="1"/>
            <a:t>Groq</a:t>
          </a:r>
          <a:r>
            <a:rPr lang="en-US" sz="3200" b="1" i="0" kern="1200" dirty="0"/>
            <a:t> API</a:t>
          </a:r>
          <a:r>
            <a:rPr lang="en-US" sz="3200" b="0" i="0" kern="1200" dirty="0"/>
            <a:t>.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3200" b="0" i="0" kern="1200" dirty="0"/>
            <a:t>Receive </a:t>
          </a:r>
          <a:r>
            <a:rPr lang="en-US" sz="3200" b="1" i="0" kern="1200" dirty="0"/>
            <a:t>text description</a:t>
          </a:r>
          <a:r>
            <a:rPr lang="en-US" sz="3200" b="0" i="0" kern="1200" dirty="0"/>
            <a:t> (e.g., “A hallway with a door ahead.”).</a:t>
          </a:r>
          <a:endParaRPr lang="en-US" sz="3200" kern="1200" dirty="0"/>
        </a:p>
      </dsp:txBody>
      <dsp:txXfrm>
        <a:off x="0" y="992918"/>
        <a:ext cx="9905998" cy="21217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7F9A3-D216-6F46-8CD2-647D5B004D5F}">
      <dsp:nvSpPr>
        <dsp:cNvPr id="0" name=""/>
        <dsp:cNvSpPr/>
      </dsp:nvSpPr>
      <dsp:spPr>
        <a:xfrm>
          <a:off x="0" y="67380"/>
          <a:ext cx="9905998" cy="1151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/>
            <a:t>Process:</a:t>
          </a:r>
          <a:endParaRPr lang="en-US" sz="4800" kern="1200"/>
        </a:p>
      </dsp:txBody>
      <dsp:txXfrm>
        <a:off x="56201" y="123581"/>
        <a:ext cx="9793596" cy="1038877"/>
      </dsp:txXfrm>
    </dsp:sp>
    <dsp:sp modelId="{CC8385B6-2CC1-4243-B07F-5E87AE5DFAFE}">
      <dsp:nvSpPr>
        <dsp:cNvPr id="0" name=""/>
        <dsp:cNvSpPr/>
      </dsp:nvSpPr>
      <dsp:spPr>
        <a:xfrm>
          <a:off x="0" y="1218660"/>
          <a:ext cx="9905998" cy="1838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3700" b="0" i="0" u="none" kern="1200" dirty="0"/>
            <a:t>Use </a:t>
          </a:r>
          <a:r>
            <a:rPr lang="en-US" sz="3700" b="1" i="0" u="none" kern="1200" dirty="0" err="1"/>
            <a:t>DeepGram</a:t>
          </a:r>
          <a:r>
            <a:rPr lang="en-US" sz="3700" b="1" i="0" u="none" kern="1200" dirty="0"/>
            <a:t> API</a:t>
          </a:r>
          <a:r>
            <a:rPr lang="en-US" sz="3700" b="0" i="0" u="none" kern="1200" dirty="0"/>
            <a:t> to convert text to speech.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3700" b="0" i="0" u="none" kern="1200" dirty="0"/>
            <a:t>Play the generated audio in real-time.</a:t>
          </a:r>
        </a:p>
      </dsp:txBody>
      <dsp:txXfrm>
        <a:off x="0" y="1218660"/>
        <a:ext cx="9905998" cy="18381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47F9A3-D216-6F46-8CD2-647D5B004D5F}">
      <dsp:nvSpPr>
        <dsp:cNvPr id="0" name=""/>
        <dsp:cNvSpPr/>
      </dsp:nvSpPr>
      <dsp:spPr>
        <a:xfrm>
          <a:off x="0" y="12570"/>
          <a:ext cx="9905998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Which Option Should We Do First?</a:t>
          </a:r>
          <a:endParaRPr lang="en-US" sz="3600" kern="1200" dirty="0"/>
        </a:p>
      </dsp:txBody>
      <dsp:txXfrm>
        <a:off x="42151" y="54721"/>
        <a:ext cx="9821696" cy="779158"/>
      </dsp:txXfrm>
    </dsp:sp>
    <dsp:sp modelId="{CC8385B6-2CC1-4243-B07F-5E87AE5DFAFE}">
      <dsp:nvSpPr>
        <dsp:cNvPr id="0" name=""/>
        <dsp:cNvSpPr/>
      </dsp:nvSpPr>
      <dsp:spPr>
        <a:xfrm>
          <a:off x="0" y="876030"/>
          <a:ext cx="9905998" cy="223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None/>
          </a:pPr>
          <a:endParaRPr lang="en-US" sz="2800" b="0" i="0" u="none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800" kern="1200" dirty="0"/>
            <a:t>I think: Start with </a:t>
          </a:r>
          <a:r>
            <a:rPr lang="en-US" sz="2800" b="1" kern="1200" dirty="0"/>
            <a:t>Option 1 (Simple Scene)</a:t>
          </a:r>
          <a:r>
            <a:rPr lang="en-US" sz="2800" kern="1200" dirty="0"/>
            <a:t> to confirm the pipeline.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800" kern="1200" dirty="0"/>
            <a:t>If successful, move to </a:t>
          </a:r>
          <a:r>
            <a:rPr lang="en-US" sz="2800" b="1" kern="1200" dirty="0"/>
            <a:t>Option 2 (Full Game Integration)</a:t>
          </a:r>
          <a:r>
            <a:rPr lang="en-US" sz="2800" kern="1200" dirty="0"/>
            <a:t>.</a:t>
          </a:r>
        </a:p>
      </dsp:txBody>
      <dsp:txXfrm>
        <a:off x="0" y="876030"/>
        <a:ext cx="9905998" cy="2235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32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01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13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80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24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74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64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2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0BA65D8-0540-4835-AE5C-25D29DBA01BE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20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17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7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08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01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24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09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21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80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31BA835-12AC-4E8F-955A-EA3F4DE2791F}" type="datetime1">
              <a:rPr lang="en-US" smtClean="0"/>
              <a:t>3/12/25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376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n abstract burst of blue and pink">
            <a:extLst>
              <a:ext uri="{FF2B5EF4-FFF2-40B4-BE49-F238E27FC236}">
                <a16:creationId xmlns:a16="http://schemas.microsoft.com/office/drawing/2014/main" id="{49B96151-5D32-2F65-5C9D-1AFC446B32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A561B-9F1E-9FD4-EF3C-9D6C7178E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1595717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b="0" i="0" u="none" strike="noStrike" dirty="0" err="1">
                <a:solidFill>
                  <a:schemeClr val="tx1"/>
                </a:solidFill>
                <a:effectLst/>
              </a:rPr>
              <a:t>Groq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 → </a:t>
            </a:r>
            <a:r>
              <a:rPr lang="en-US" b="0" i="0" u="none" strike="noStrike" dirty="0" err="1">
                <a:solidFill>
                  <a:schemeClr val="tx1"/>
                </a:solidFill>
                <a:effectLst/>
              </a:rPr>
              <a:t>DeepGram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 Aura Pipeline for a 2d First-Person Game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6D440-744F-3044-BA19-86D974FD4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2595" y="3359514"/>
            <a:ext cx="2368905" cy="1321496"/>
          </a:xfrm>
        </p:spPr>
        <p:txBody>
          <a:bodyPr anchor="ctr">
            <a:normAutofit lnSpcReduction="10000"/>
          </a:bodyPr>
          <a:lstStyle/>
          <a:p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Exploring Image-to-Text and Text-to-Speech for Accessibility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0A321-915C-7106-A4F5-395D63219912}"/>
              </a:ext>
            </a:extLst>
          </p:cNvPr>
          <p:cNvSpPr txBox="1"/>
          <p:nvPr/>
        </p:nvSpPr>
        <p:spPr>
          <a:xfrm>
            <a:off x="9286135" y="5792754"/>
            <a:ext cx="24235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By: Youssef Youssef</a:t>
            </a:r>
          </a:p>
          <a:p>
            <a:r>
              <a:rPr lang="en-US" i="1" dirty="0">
                <a:solidFill>
                  <a:schemeClr val="bg1"/>
                </a:solidFill>
              </a:rPr>
              <a:t>Professor: Yotam Gingold</a:t>
            </a:r>
          </a:p>
          <a:p>
            <a:r>
              <a:rPr lang="en-US" i="1" dirty="0">
                <a:solidFill>
                  <a:schemeClr val="bg1"/>
                </a:solidFill>
              </a:rPr>
              <a:t>Date: 03/12/2025</a:t>
            </a:r>
          </a:p>
        </p:txBody>
      </p:sp>
    </p:spTree>
    <p:extLst>
      <p:ext uri="{BB962C8B-B14F-4D97-AF65-F5344CB8AC3E}">
        <p14:creationId xmlns:p14="http://schemas.microsoft.com/office/powerpoint/2010/main" val="147442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2EC6-9C68-96FB-7A9D-CE4E3170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Objective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37FCE7-EF3A-9BA1-A2AE-2590DE849F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66699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6528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B6059-C1D4-B5E5-E87A-FB90A952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2225-EBF8-7658-F966-363B209EA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 1 - Setting Up a Simple Scene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Goal: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Create a basic 2D first-person scene to mimic a 3D environment.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1D5A089-8244-FCF1-EF0A-C416A8D70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160514"/>
              </p:ext>
            </p:extLst>
          </p:nvPr>
        </p:nvGraphicFramePr>
        <p:xfrm>
          <a:off x="1141413" y="266699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1530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AD53B-A857-5AE9-297D-3F131125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03BB-AB72-9160-8E03-63E32C53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 2 - Extract Frames for 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Groq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Processing.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Why?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Groq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will analyze game frames and generate text descriptions.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E9C5B72-2EEE-DF28-25D8-70CD71E1DB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66699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8340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A53B2-D308-D357-6E29-AA6E4B3C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60B6-B657-3D61-05C3-55475BBF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 3 - Convert Image to Text (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Groq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API)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C0C1894-5EAA-551E-1393-3C55BEFE75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133041"/>
              </p:ext>
            </p:extLst>
          </p:nvPr>
        </p:nvGraphicFramePr>
        <p:xfrm>
          <a:off x="1141413" y="266699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1179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7EA21-83DF-D103-81B1-510B6F58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DD0C-4FD5-C178-98E9-1427BEC8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2980" y="1873623"/>
            <a:ext cx="4798142" cy="271500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 b="1" i="0" u="none" strike="noStrike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Example API Call (Python) By </a:t>
            </a:r>
            <a:r>
              <a:rPr lang="en-US" sz="4800" b="1" i="0" u="none" strike="noStrike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Chatgpt</a:t>
            </a:r>
            <a:r>
              <a:rPr lang="en-US" sz="4800" b="1" i="0" u="none" strike="noStrike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for </a:t>
            </a:r>
            <a:r>
              <a:rPr lang="en-US" sz="4800" b="1" i="0" u="none" strike="noStrike" dirty="0" err="1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groq</a:t>
            </a:r>
            <a:r>
              <a:rPr lang="en-US" sz="4800" b="1" i="0" u="none" strike="noStrike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:</a:t>
            </a:r>
            <a:endParaRPr lang="en-US" sz="4800" b="0" i="0" u="none" strike="noStrike" dirty="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AC6CF19-AE42-A9D4-6B50-FE7834080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78" y="1069041"/>
            <a:ext cx="7315346" cy="471991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345940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2ED9E-7F4E-4293-4F90-A39D859E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B8FF-32C4-C7C8-FC0D-93B58FA5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Step 4 - Convert Text to Speech (</a:t>
            </a:r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DeepGram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Aura) 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390B2DA-FF52-D47B-5D5A-C317FD9D6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418507"/>
              </p:ext>
            </p:extLst>
          </p:nvPr>
        </p:nvGraphicFramePr>
        <p:xfrm>
          <a:off x="1141413" y="266699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2871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B9798-B42F-C491-CE41-FC305B0F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E1FB-40E4-76D8-35B3-C96D4C36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 i="0" u="none" strike="noStrike" dirty="0"/>
              <a:t>Example API Call (Python) </a:t>
            </a:r>
            <a:r>
              <a:rPr lang="en-US" sz="3600" b="1" i="0" u="none" strike="noStrike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By ChatGPT </a:t>
            </a:r>
            <a:r>
              <a:rPr lang="en-US" sz="3600" b="1" i="0" u="none" strike="noStrike" dirty="0"/>
              <a:t>for </a:t>
            </a:r>
            <a:r>
              <a:rPr lang="en-US" sz="3600" b="1" i="0" u="none" strike="noStrike" dirty="0" err="1"/>
              <a:t>Deepgram</a:t>
            </a:r>
            <a:r>
              <a:rPr lang="en-US" sz="3600" b="1" i="0" u="none" strike="noStrike" dirty="0"/>
              <a:t> Aura:</a:t>
            </a:r>
            <a:endParaRPr lang="en-US" sz="3600" b="0" i="0" u="none" strike="noStrik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501CC9-245A-84EF-A02F-9A7AD5E369F7}"/>
              </a:ext>
            </a:extLst>
          </p:cNvPr>
          <p:cNvSpPr txBox="1"/>
          <p:nvPr/>
        </p:nvSpPr>
        <p:spPr>
          <a:xfrm>
            <a:off x="643192" y="2922180"/>
            <a:ext cx="3643674" cy="20113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US" sz="2000" b="1" i="1" u="none" strike="noStrike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Note: Playing Audio in Unity or Godot:</a:t>
            </a:r>
            <a:endParaRPr lang="en-US" sz="2000" b="0" i="1" u="none" strike="noStrike" cap="small" dirty="0">
              <a:gradFill flip="none" rotWithShape="1">
                <a:gsLst>
                  <a:gs pos="0">
                    <a:schemeClr val="tx1"/>
                  </a:gs>
                  <a:gs pos="100000">
                    <a:schemeClr val="tx1">
                      <a:lumMod val="75000"/>
                    </a:schemeClr>
                  </a:gs>
                </a:gsLst>
                <a:lin ang="5580000" scaled="0"/>
                <a:tileRect/>
              </a:gra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US" sz="2000" b="1" i="1" u="none" strike="noStrike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Unity:</a:t>
            </a:r>
            <a:r>
              <a:rPr lang="en-US" sz="2000" b="0" i="1" u="none" strike="noStrike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Use </a:t>
            </a:r>
            <a:r>
              <a:rPr lang="en-US" sz="2000" b="0" i="1" u="none" strike="noStrike" cap="small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AudioSource</a:t>
            </a:r>
            <a:r>
              <a:rPr lang="en-US" sz="2000" b="0" i="1" u="none" strike="noStrike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.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US" sz="2000" b="1" i="1" u="none" strike="noStrike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Godot:</a:t>
            </a:r>
            <a:r>
              <a:rPr lang="en-US" sz="2000" b="0" i="1" u="none" strike="noStrike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 Use </a:t>
            </a:r>
            <a:r>
              <a:rPr lang="en-US" sz="2000" b="0" i="1" u="none" strike="noStrike" cap="small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AudioStreamPlayer</a:t>
            </a:r>
            <a:r>
              <a:rPr lang="en-US" sz="2000" b="0" i="1" u="none" strike="noStrike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.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F79BCBF-1D9B-F4C0-1035-8CE7C5EEA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866" y="1237130"/>
            <a:ext cx="7775146" cy="476025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639214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51FC6-2D55-FF0B-EAF4-38A0FBB1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1B11-1933-F5FA-0ECC-D5AF7E60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en-US" sz="2800" b="1" i="0" u="none" strike="noStrike" dirty="0">
                <a:effectLst/>
              </a:rPr>
              <a:t>Two Implementation Options</a:t>
            </a:r>
            <a:endParaRPr lang="en-US" sz="2800" b="0" i="0" u="none" strike="noStrike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4B77C-2BD5-3C5A-4525-3BABEAECA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46" y="714375"/>
            <a:ext cx="6253751" cy="50768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i="0" u="sng" strike="noStrike" dirty="0">
                <a:solidFill>
                  <a:schemeClr val="tx1"/>
                </a:solidFill>
                <a:effectLst/>
              </a:rPr>
              <a:t>Option 1: Prototype with a Simple Scene (Test the Flow)</a:t>
            </a:r>
            <a:endParaRPr lang="en-US" sz="2400" b="0" i="0" u="sng" strike="noStrike" dirty="0">
              <a:solidFill>
                <a:schemeClr val="tx1"/>
              </a:solidFill>
              <a:effectLst/>
            </a:endParaRPr>
          </a:p>
          <a:p>
            <a:r>
              <a:rPr lang="en-US" sz="1700" b="1" i="0" u="none" strike="noStrike" dirty="0">
                <a:solidFill>
                  <a:schemeClr val="tx1"/>
                </a:solidFill>
                <a:effectLst/>
              </a:rPr>
              <a:t>Goal:</a:t>
            </a: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 Ensure the pipeline works before integrating it into a game.</a:t>
            </a:r>
          </a:p>
          <a:p>
            <a:r>
              <a:rPr lang="en-US" sz="1700" b="1" i="0" u="none" strike="noStrike" dirty="0">
                <a:solidFill>
                  <a:schemeClr val="tx1"/>
                </a:solidFill>
                <a:effectLst/>
              </a:rPr>
              <a:t>Steps:</a:t>
            </a:r>
            <a:endParaRPr lang="en-US" sz="1700" b="0" i="0" u="none" strike="noStrike" dirty="0">
              <a:solidFill>
                <a:schemeClr val="tx1"/>
              </a:solidFill>
              <a:effectLst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Generate video frames from a simple 2D first-person scene.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Use </a:t>
            </a:r>
            <a:r>
              <a:rPr lang="en-US" sz="1700" b="1" i="0" u="none" strike="noStrike" dirty="0" err="1">
                <a:solidFill>
                  <a:schemeClr val="tx1"/>
                </a:solidFill>
                <a:effectLst/>
              </a:rPr>
              <a:t>Groq</a:t>
            </a: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 for image analysis.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Convert text to speech with </a:t>
            </a:r>
            <a:r>
              <a:rPr lang="en-US" sz="1700" b="1" i="0" u="none" strike="noStrike" dirty="0" err="1">
                <a:solidFill>
                  <a:schemeClr val="tx1"/>
                </a:solidFill>
                <a:effectLst/>
              </a:rPr>
              <a:t>DeepGram</a:t>
            </a:r>
            <a:r>
              <a:rPr lang="en-US" sz="1700" b="1" i="0" u="none" strike="noStrike" dirty="0">
                <a:solidFill>
                  <a:schemeClr val="tx1"/>
                </a:solidFill>
                <a:effectLst/>
              </a:rPr>
              <a:t> Aura</a:t>
            </a: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.</a:t>
            </a:r>
          </a:p>
          <a:p>
            <a:r>
              <a:rPr lang="en-US" sz="1700" b="1" i="0" u="none" strike="noStrike" dirty="0">
                <a:solidFill>
                  <a:schemeClr val="tx1"/>
                </a:solidFill>
                <a:effectLst/>
              </a:rPr>
              <a:t>Output:</a:t>
            </a: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 A basic working pipeline describing a simple scene in real-time.</a:t>
            </a:r>
          </a:p>
          <a:p>
            <a:r>
              <a:rPr lang="en-US" sz="1700" b="1" i="0" u="none" strike="noStrike" dirty="0">
                <a:solidFill>
                  <a:schemeClr val="tx1"/>
                </a:solidFill>
                <a:effectLst/>
              </a:rPr>
              <a:t>Pros:</a:t>
            </a:r>
            <a:endParaRPr lang="en-US" sz="1700" b="0" i="0" u="none" strike="noStrike" dirty="0">
              <a:solidFill>
                <a:schemeClr val="tx1"/>
              </a:solidFill>
              <a:effectLst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Faster to implement and debug.</a:t>
            </a:r>
          </a:p>
          <a:p>
            <a:pPr lvl="1">
              <a:buFont typeface="Wingdings" pitchFamily="2" charset="2"/>
              <a:buChar char="§"/>
            </a:pPr>
            <a:r>
              <a:rPr lang="en-US" sz="1700" b="0" i="0" u="none" strike="noStrike" dirty="0">
                <a:solidFill>
                  <a:schemeClr val="tx1"/>
                </a:solidFill>
                <a:effectLst/>
              </a:rPr>
              <a:t>Confirms pipeline viability before adding complexity.</a:t>
            </a:r>
          </a:p>
        </p:txBody>
      </p:sp>
    </p:spTree>
    <p:extLst>
      <p:ext uri="{BB962C8B-B14F-4D97-AF65-F5344CB8AC3E}">
        <p14:creationId xmlns:p14="http://schemas.microsoft.com/office/powerpoint/2010/main" val="1852165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765AC-4C82-5CDB-2029-4240D997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1D08B-9751-A10E-3F9C-5F916AB3C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179" y="714375"/>
            <a:ext cx="3332955" cy="5076826"/>
          </a:xfrm>
        </p:spPr>
        <p:txBody>
          <a:bodyPr anchor="ctr">
            <a:normAutofit/>
          </a:bodyPr>
          <a:lstStyle/>
          <a:p>
            <a:r>
              <a:rPr lang="en-US" sz="2800" b="1" i="0" u="none" strike="noStrike" dirty="0">
                <a:effectLst/>
              </a:rPr>
              <a:t>Two Implementation Options</a:t>
            </a:r>
            <a:endParaRPr lang="en-US" sz="2800" b="0" i="0" u="none" strike="noStrike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491733-E583-AE75-C68C-C92AF855F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EF4146-8C68-3496-F8E4-841CED782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91CDBB-A931-219A-B290-BE6FA712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BFDBC-4799-6700-7869-843428CBD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46" y="714375"/>
            <a:ext cx="6253751" cy="50768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i="0" u="sng" strike="noStrike" dirty="0">
                <a:solidFill>
                  <a:schemeClr val="tx1"/>
                </a:solidFill>
                <a:effectLst/>
              </a:rPr>
              <a:t>Option 2: - Integrate with a First-Person Game Framework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Goal: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 Implement the pipeline directly into a game (e.g., </a:t>
            </a:r>
            <a:r>
              <a:rPr lang="en-US" b="0" i="1" u="none" strike="noStrike" dirty="0">
                <a:solidFill>
                  <a:schemeClr val="tx1"/>
                </a:solidFill>
                <a:effectLst/>
              </a:rPr>
              <a:t>The Stanley Parable</a:t>
            </a:r>
            <a:r>
              <a:rPr lang="en-US" b="0" i="0" u="none" strike="noStrike" dirty="0">
                <a:solidFill>
                  <a:schemeClr val="tx1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Steps:</a:t>
            </a:r>
            <a:endParaRPr lang="en-US" b="0" i="0" u="none" strike="noStrike" dirty="0">
              <a:solidFill>
                <a:schemeClr val="tx1"/>
              </a:solidFill>
              <a:effectLst/>
            </a:endParaRPr>
          </a:p>
          <a:p>
            <a:pPr marL="800100" lvl="1" indent="-342900" algn="l"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Choose a game engine (Unity or Godot).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Capture game frames in real time.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Send frames to </a:t>
            </a:r>
            <a:r>
              <a:rPr lang="en-US" sz="2000" b="1" i="0" u="none" strike="noStrike" dirty="0" err="1">
                <a:solidFill>
                  <a:schemeClr val="tx1"/>
                </a:solidFill>
                <a:effectLst/>
              </a:rPr>
              <a:t>Groq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Convert text to speech with </a:t>
            </a:r>
            <a:r>
              <a:rPr lang="en-US" sz="2000" b="1" i="0" u="none" strike="noStrike" dirty="0" err="1">
                <a:solidFill>
                  <a:schemeClr val="tx1"/>
                </a:solidFill>
                <a:effectLst/>
              </a:rPr>
              <a:t>DeepGram</a:t>
            </a:r>
            <a:r>
              <a:rPr lang="en-US" sz="2000" b="1" i="0" u="none" strike="noStrike" dirty="0">
                <a:solidFill>
                  <a:schemeClr val="tx1"/>
                </a:solidFill>
                <a:effectLst/>
              </a:rPr>
              <a:t> Aura</a:t>
            </a: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Refine narration timing and interactions.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Pros:</a:t>
            </a:r>
            <a:endParaRPr lang="en-US" b="0" i="0" u="none" strike="noStrike" dirty="0">
              <a:solidFill>
                <a:schemeClr val="tx1"/>
              </a:solidFill>
              <a:effectLst/>
            </a:endParaRPr>
          </a:p>
          <a:p>
            <a:pPr lvl="1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More practical for real-world use.</a:t>
            </a:r>
          </a:p>
          <a:p>
            <a:pPr lvl="1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Provides full interactivity.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chemeClr val="tx1"/>
                </a:solidFill>
                <a:effectLst/>
              </a:rPr>
              <a:t>Cons:</a:t>
            </a:r>
            <a:endParaRPr lang="en-US" b="0" i="0" u="none" strike="noStrike" dirty="0">
              <a:solidFill>
                <a:schemeClr val="tx1"/>
              </a:solidFill>
              <a:effectLst/>
            </a:endParaRPr>
          </a:p>
          <a:p>
            <a:pPr lvl="1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More time-consuming.</a:t>
            </a:r>
          </a:p>
          <a:p>
            <a:pPr lvl="1" algn="l">
              <a:buFont typeface="Wingdings" pitchFamily="2" charset="2"/>
              <a:buChar char="§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</a:rPr>
              <a:t>Debugging within a full game adds complexity.</a:t>
            </a:r>
          </a:p>
        </p:txBody>
      </p:sp>
    </p:spTree>
    <p:extLst>
      <p:ext uri="{BB962C8B-B14F-4D97-AF65-F5344CB8AC3E}">
        <p14:creationId xmlns:p14="http://schemas.microsoft.com/office/powerpoint/2010/main" val="3866325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0911A-6A6B-A8AB-A512-06424933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A08E-963A-9749-08F7-9E648E24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Next Steps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8A9CA19-7420-C05E-FBFA-DB8B0260BC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089687"/>
              </p:ext>
            </p:extLst>
          </p:nvPr>
        </p:nvGraphicFramePr>
        <p:xfrm>
          <a:off x="1141413" y="2666999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4181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3022</TotalTime>
  <Words>528</Words>
  <Application>Microsoft Macintosh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</vt:lpstr>
      <vt:lpstr>Mesh</vt:lpstr>
      <vt:lpstr>Groq → DeepGram Aura Pipeline for a 2d First-Person Game</vt:lpstr>
      <vt:lpstr>Objective</vt:lpstr>
      <vt:lpstr>Step 1 - Setting Up a Simple Scene Goal: Create a basic 2D first-person scene to mimic a 3D environment.</vt:lpstr>
      <vt:lpstr>Step 2 - Extract Frames for Groq Processing. Why? Groq will analyze game frames and generate text descriptions.</vt:lpstr>
      <vt:lpstr>Step 3 - Convert Image to Text (Groq API)</vt:lpstr>
      <vt:lpstr>Example API Call (Python) By Chatgpt for groq:</vt:lpstr>
      <vt:lpstr>Step 4 - Convert Text to Speech (DeepGram Aura) </vt:lpstr>
      <vt:lpstr>Example API Call (Python) By ChatGPT for Deepgram Aura:</vt:lpstr>
      <vt:lpstr>Two Implementation Options</vt:lpstr>
      <vt:lpstr>Two Implementation Options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Youssef</dc:creator>
  <cp:lastModifiedBy>Youssef Youssef</cp:lastModifiedBy>
  <cp:revision>7</cp:revision>
  <dcterms:created xsi:type="dcterms:W3CDTF">2025-03-12T16:36:59Z</dcterms:created>
  <dcterms:modified xsi:type="dcterms:W3CDTF">2025-03-14T18:59:08Z</dcterms:modified>
</cp:coreProperties>
</file>